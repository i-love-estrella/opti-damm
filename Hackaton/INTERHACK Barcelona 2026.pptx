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7" r:id="rId5"/>
    <p:sldId id="879" r:id="rId6"/>
    <p:sldId id="2587" r:id="rId7"/>
    <p:sldId id="2588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5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AE9DD-87EB-09BA-63EB-72E9EB953B21}" v="1" dt="2026-05-08T22:49:2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76271" autoAdjust="0"/>
  </p:normalViewPr>
  <p:slideViewPr>
    <p:cSldViewPr snapToGrid="0">
      <p:cViewPr varScale="1">
        <p:scale>
          <a:sx n="84" d="100"/>
          <a:sy n="84" d="100"/>
        </p:scale>
        <p:origin x="15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arcia Plaza" userId="993ffe56-cbd8-4ba8-a445-7c6a4d949d9c" providerId="ADAL" clId="{B6912B92-5E2D-4097-B1C7-544EE6DD613F}"/>
    <pc:docChg chg="undo custSel addSld delSld modSld sldOrd">
      <pc:chgData name="Daniel Garcia Plaza" userId="993ffe56-cbd8-4ba8-a445-7c6a4d949d9c" providerId="ADAL" clId="{B6912B92-5E2D-4097-B1C7-544EE6DD613F}" dt="2026-05-08T12:49:45.650" v="1251" actId="20577"/>
      <pc:docMkLst>
        <pc:docMk/>
      </pc:docMkLst>
      <pc:sldChg chg="del">
        <pc:chgData name="Daniel Garcia Plaza" userId="993ffe56-cbd8-4ba8-a445-7c6a4d949d9c" providerId="ADAL" clId="{B6912B92-5E2D-4097-B1C7-544EE6DD613F}" dt="2026-05-08T09:41:47.014" v="514" actId="47"/>
        <pc:sldMkLst>
          <pc:docMk/>
          <pc:sldMk cId="837053329" sldId="865"/>
        </pc:sldMkLst>
      </pc:sldChg>
      <pc:sldChg chg="addSp delSp modSp del mod ord delAnim">
        <pc:chgData name="Daniel Garcia Plaza" userId="993ffe56-cbd8-4ba8-a445-7c6a4d949d9c" providerId="ADAL" clId="{B6912B92-5E2D-4097-B1C7-544EE6DD613F}" dt="2026-05-08T12:49:23.996" v="1230" actId="47"/>
        <pc:sldMkLst>
          <pc:docMk/>
          <pc:sldMk cId="466977960" sldId="874"/>
        </pc:sldMkLst>
        <pc:spChg chg="mod">
          <ac:chgData name="Daniel Garcia Plaza" userId="993ffe56-cbd8-4ba8-a445-7c6a4d949d9c" providerId="ADAL" clId="{B6912B92-5E2D-4097-B1C7-544EE6DD613F}" dt="2026-05-08T09:41:38.365" v="513" actId="20577"/>
          <ac:spMkLst>
            <pc:docMk/>
            <pc:sldMk cId="466977960" sldId="874"/>
            <ac:spMk id="2" creationId="{00000000-0000-0000-0000-000000000000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5" creationId="{EB491309-D2F2-4D78-C69D-323AF455292A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6" creationId="{E972FC45-40E1-BAED-B00F-09E045366761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7" creationId="{60F83DC6-08A4-2233-9CDA-20F0A4C064EA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8" creationId="{7BD8FD7A-B082-72E8-DA83-03F6382553E3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9" creationId="{7B567186-0336-BCA7-F218-611EAE16B6E2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13" creationId="{7E0AA5AD-CE67-05B4-11FC-659D9F4164F0}"/>
          </ac:spMkLst>
        </pc:spChg>
        <pc:spChg chg="add mod">
          <ac:chgData name="Daniel Garcia Plaza" userId="993ffe56-cbd8-4ba8-a445-7c6a4d949d9c" providerId="ADAL" clId="{B6912B92-5E2D-4097-B1C7-544EE6DD613F}" dt="2026-05-08T12:48:47.351" v="1221" actId="14100"/>
          <ac:spMkLst>
            <pc:docMk/>
            <pc:sldMk cId="466977960" sldId="874"/>
            <ac:spMk id="14" creationId="{E186CA02-E3BE-BB32-6792-82B3EA9179FD}"/>
          </ac:spMkLst>
        </pc:spChg>
        <pc:spChg chg="del">
          <ac:chgData name="Daniel Garcia Plaza" userId="993ffe56-cbd8-4ba8-a445-7c6a4d949d9c" providerId="ADAL" clId="{B6912B92-5E2D-4097-B1C7-544EE6DD613F}" dt="2026-05-08T12:48:17.955" v="1216" actId="478"/>
          <ac:spMkLst>
            <pc:docMk/>
            <pc:sldMk cId="466977960" sldId="874"/>
            <ac:spMk id="56" creationId="{5CE26556-EE1F-6420-91B7-B7D4B1372F29}"/>
          </ac:spMkLst>
        </pc:spChg>
        <pc:spChg chg="del">
          <ac:chgData name="Daniel Garcia Plaza" userId="993ffe56-cbd8-4ba8-a445-7c6a4d949d9c" providerId="ADAL" clId="{B6912B92-5E2D-4097-B1C7-544EE6DD613F}" dt="2026-05-08T12:48:17.955" v="1216" actId="478"/>
          <ac:spMkLst>
            <pc:docMk/>
            <pc:sldMk cId="466977960" sldId="874"/>
            <ac:spMk id="61" creationId="{093993A8-11BB-67D1-A0EE-2D37E4B63A49}"/>
          </ac:spMkLst>
        </pc:spChg>
        <pc:spChg chg="del">
          <ac:chgData name="Daniel Garcia Plaza" userId="993ffe56-cbd8-4ba8-a445-7c6a4d949d9c" providerId="ADAL" clId="{B6912B92-5E2D-4097-B1C7-544EE6DD613F}" dt="2026-05-08T12:48:17.955" v="1216" actId="478"/>
          <ac:spMkLst>
            <pc:docMk/>
            <pc:sldMk cId="466977960" sldId="874"/>
            <ac:spMk id="70" creationId="{CBAAFA68-A50D-F1EE-7D88-95C43FEDEBFF}"/>
          </ac:spMkLst>
        </pc:spChg>
        <pc:picChg chg="del">
          <ac:chgData name="Daniel Garcia Plaza" userId="993ffe56-cbd8-4ba8-a445-7c6a4d949d9c" providerId="ADAL" clId="{B6912B92-5E2D-4097-B1C7-544EE6DD613F}" dt="2026-05-08T12:48:17.955" v="1216" actId="478"/>
          <ac:picMkLst>
            <pc:docMk/>
            <pc:sldMk cId="466977960" sldId="874"/>
            <ac:picMk id="69" creationId="{252303DF-03FE-F9BB-6226-1CE540F656E1}"/>
          </ac:picMkLst>
        </pc:picChg>
        <pc:cxnChg chg="add mod">
          <ac:chgData name="Daniel Garcia Plaza" userId="993ffe56-cbd8-4ba8-a445-7c6a4d949d9c" providerId="ADAL" clId="{B6912B92-5E2D-4097-B1C7-544EE6DD613F}" dt="2026-05-08T12:48:47.351" v="1221" actId="14100"/>
          <ac:cxnSpMkLst>
            <pc:docMk/>
            <pc:sldMk cId="466977960" sldId="874"/>
            <ac:cxnSpMk id="12" creationId="{5299356A-0791-CFAD-BF6B-77F1B3D55EE1}"/>
          </ac:cxnSpMkLst>
        </pc:cxnChg>
      </pc:sldChg>
      <pc:sldChg chg="addSp modSp mod modAnim">
        <pc:chgData name="Daniel Garcia Plaza" userId="993ffe56-cbd8-4ba8-a445-7c6a4d949d9c" providerId="ADAL" clId="{B6912B92-5E2D-4097-B1C7-544EE6DD613F}" dt="2026-05-08T12:49:17.938" v="1229" actId="1076"/>
        <pc:sldMkLst>
          <pc:docMk/>
          <pc:sldMk cId="1815493411" sldId="879"/>
        </pc:sldMkLst>
        <pc:spChg chg="mod">
          <ac:chgData name="Daniel Garcia Plaza" userId="993ffe56-cbd8-4ba8-a445-7c6a4d949d9c" providerId="ADAL" clId="{B6912B92-5E2D-4097-B1C7-544EE6DD613F}" dt="2026-05-08T09:41:59.995" v="546" actId="20577"/>
          <ac:spMkLst>
            <pc:docMk/>
            <pc:sldMk cId="1815493411" sldId="879"/>
            <ac:spMk id="2" creationId="{00000000-0000-0000-0000-000000000000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3" creationId="{106A137A-28ED-85E7-63B5-C67EA0A3D905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4" creationId="{0ABADBBE-E41D-9552-4F54-1E61B4AC1725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5" creationId="{8A22DDED-A313-4214-A222-F589659D3420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6" creationId="{F9F0B630-7EED-58F2-1B7A-EE30FDD5CA6E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7" creationId="{79E3B454-6D31-D9BA-2E46-10B5354009E2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10" creationId="{4B3A3133-0B76-42E3-D381-AD0DA0B8C25D}"/>
          </ac:spMkLst>
        </pc:spChg>
        <pc:spChg chg="add mod">
          <ac:chgData name="Daniel Garcia Plaza" userId="993ffe56-cbd8-4ba8-a445-7c6a4d949d9c" providerId="ADAL" clId="{B6912B92-5E2D-4097-B1C7-544EE6DD613F}" dt="2026-05-08T12:49:17.938" v="1229" actId="1076"/>
          <ac:spMkLst>
            <pc:docMk/>
            <pc:sldMk cId="1815493411" sldId="879"/>
            <ac:spMk id="12" creationId="{6A2120A9-DC67-3AFD-542F-8DA6F445B5CB}"/>
          </ac:spMkLst>
        </pc:spChg>
        <pc:spChg chg="add mod">
          <ac:chgData name="Daniel Garcia Plaza" userId="993ffe56-cbd8-4ba8-a445-7c6a4d949d9c" providerId="ADAL" clId="{B6912B92-5E2D-4097-B1C7-544EE6DD613F}" dt="2026-05-08T12:49:17.938" v="1229" actId="1076"/>
          <ac:spMkLst>
            <pc:docMk/>
            <pc:sldMk cId="1815493411" sldId="879"/>
            <ac:spMk id="13" creationId="{D8A89864-5A66-60BA-FA66-BD23EFA791D5}"/>
          </ac:spMkLst>
        </pc:spChg>
        <pc:spChg chg="mod">
          <ac:chgData name="Daniel Garcia Plaza" userId="993ffe56-cbd8-4ba8-a445-7c6a4d949d9c" providerId="ADAL" clId="{B6912B92-5E2D-4097-B1C7-544EE6DD613F}" dt="2026-05-08T12:48:58.240" v="1224" actId="1076"/>
          <ac:spMkLst>
            <pc:docMk/>
            <pc:sldMk cId="1815493411" sldId="879"/>
            <ac:spMk id="14" creationId="{EC1C3730-4FBA-35AB-FBB4-4986641E445B}"/>
          </ac:spMkLst>
        </pc:spChg>
        <pc:spChg chg="add mod">
          <ac:chgData name="Daniel Garcia Plaza" userId="993ffe56-cbd8-4ba8-a445-7c6a4d949d9c" providerId="ADAL" clId="{B6912B92-5E2D-4097-B1C7-544EE6DD613F}" dt="2026-05-08T12:49:17.938" v="1229" actId="1076"/>
          <ac:spMkLst>
            <pc:docMk/>
            <pc:sldMk cId="1815493411" sldId="879"/>
            <ac:spMk id="15" creationId="{AE2EB1A2-CB90-C719-D2E2-A1150170CFAC}"/>
          </ac:spMkLst>
        </pc:spChg>
        <pc:spChg chg="mod">
          <ac:chgData name="Daniel Garcia Plaza" userId="993ffe56-cbd8-4ba8-a445-7c6a4d949d9c" providerId="ADAL" clId="{B6912B92-5E2D-4097-B1C7-544EE6DD613F}" dt="2026-05-08T12:49:03.936" v="1226" actId="1076"/>
          <ac:spMkLst>
            <pc:docMk/>
            <pc:sldMk cId="1815493411" sldId="879"/>
            <ac:spMk id="16" creationId="{1A7063EB-0D4F-DBD8-BD0F-CECEA15C75BC}"/>
          </ac:spMkLst>
        </pc:spChg>
        <pc:spChg chg="mod">
          <ac:chgData name="Daniel Garcia Plaza" userId="993ffe56-cbd8-4ba8-a445-7c6a4d949d9c" providerId="ADAL" clId="{B6912B92-5E2D-4097-B1C7-544EE6DD613F}" dt="2026-05-08T12:49:06.056" v="1227" actId="1076"/>
          <ac:spMkLst>
            <pc:docMk/>
            <pc:sldMk cId="1815493411" sldId="879"/>
            <ac:spMk id="18" creationId="{81BD0A49-AB0B-8361-AF2C-30189CDB216C}"/>
          </ac:spMkLst>
        </pc:spChg>
        <pc:spChg chg="add mod">
          <ac:chgData name="Daniel Garcia Plaza" userId="993ffe56-cbd8-4ba8-a445-7c6a4d949d9c" providerId="ADAL" clId="{B6912B92-5E2D-4097-B1C7-544EE6DD613F}" dt="2026-05-08T12:49:17.938" v="1229" actId="1076"/>
          <ac:spMkLst>
            <pc:docMk/>
            <pc:sldMk cId="1815493411" sldId="879"/>
            <ac:spMk id="21" creationId="{5B27559C-02C4-4112-F24A-898121A82809}"/>
          </ac:spMkLst>
        </pc:spChg>
        <pc:graphicFrameChg chg="add mod">
          <ac:chgData name="Daniel Garcia Plaza" userId="993ffe56-cbd8-4ba8-a445-7c6a4d949d9c" providerId="ADAL" clId="{B6912B92-5E2D-4097-B1C7-544EE6DD613F}" dt="2026-05-07T10:52:16.771" v="1"/>
          <ac:graphicFrameMkLst>
            <pc:docMk/>
            <pc:sldMk cId="1815493411" sldId="879"/>
            <ac:graphicFrameMk id="11" creationId="{F0D96EE5-B39C-42FD-A9F3-191A54D31747}"/>
          </ac:graphicFrameMkLst>
        </pc:graphicFrameChg>
        <pc:cxnChg chg="mod">
          <ac:chgData name="Daniel Garcia Plaza" userId="993ffe56-cbd8-4ba8-a445-7c6a4d949d9c" providerId="ADAL" clId="{B6912B92-5E2D-4097-B1C7-544EE6DD613F}" dt="2026-05-08T12:49:01.664" v="1225" actId="14100"/>
          <ac:cxnSpMkLst>
            <pc:docMk/>
            <pc:sldMk cId="1815493411" sldId="879"/>
            <ac:cxnSpMk id="17" creationId="{5F73F93A-963B-6928-988D-CC3CC0F7DE9D}"/>
          </ac:cxnSpMkLst>
        </pc:cxnChg>
        <pc:cxnChg chg="add mod">
          <ac:chgData name="Daniel Garcia Plaza" userId="993ffe56-cbd8-4ba8-a445-7c6a4d949d9c" providerId="ADAL" clId="{B6912B92-5E2D-4097-B1C7-544EE6DD613F}" dt="2026-05-08T12:49:17.938" v="1229" actId="1076"/>
          <ac:cxnSpMkLst>
            <pc:docMk/>
            <pc:sldMk cId="1815493411" sldId="879"/>
            <ac:cxnSpMk id="19" creationId="{024A19AF-0CFE-1BE2-7EF2-66C8A300EB8D}"/>
          </ac:cxnSpMkLst>
        </pc:cxnChg>
        <pc:cxnChg chg="add mod">
          <ac:chgData name="Daniel Garcia Plaza" userId="993ffe56-cbd8-4ba8-a445-7c6a4d949d9c" providerId="ADAL" clId="{B6912B92-5E2D-4097-B1C7-544EE6DD613F}" dt="2026-05-08T12:49:17.938" v="1229" actId="1076"/>
          <ac:cxnSpMkLst>
            <pc:docMk/>
            <pc:sldMk cId="1815493411" sldId="879"/>
            <ac:cxnSpMk id="20" creationId="{634DF97E-663D-F153-48B0-CD01C764FE98}"/>
          </ac:cxnSpMkLst>
        </pc:cxnChg>
        <pc:cxnChg chg="add mod">
          <ac:chgData name="Daniel Garcia Plaza" userId="993ffe56-cbd8-4ba8-a445-7c6a4d949d9c" providerId="ADAL" clId="{B6912B92-5E2D-4097-B1C7-544EE6DD613F}" dt="2026-05-08T12:49:17.938" v="1229" actId="1076"/>
          <ac:cxnSpMkLst>
            <pc:docMk/>
            <pc:sldMk cId="1815493411" sldId="879"/>
            <ac:cxnSpMk id="22" creationId="{4EE38821-19F7-4877-EF8B-EA044EF06B70}"/>
          </ac:cxnSpMkLst>
        </pc:cxnChg>
      </pc:sldChg>
      <pc:sldChg chg="modSp del modAnim">
        <pc:chgData name="Daniel Garcia Plaza" userId="993ffe56-cbd8-4ba8-a445-7c6a4d949d9c" providerId="ADAL" clId="{B6912B92-5E2D-4097-B1C7-544EE6DD613F}" dt="2026-05-08T09:41:12.737" v="457" actId="47"/>
        <pc:sldMkLst>
          <pc:docMk/>
          <pc:sldMk cId="3285946563" sldId="880"/>
        </pc:sldMkLst>
        <pc:spChg chg="mod">
          <ac:chgData name="Daniel Garcia Plaza" userId="993ffe56-cbd8-4ba8-a445-7c6a4d949d9c" providerId="ADAL" clId="{B6912B92-5E2D-4097-B1C7-544EE6DD613F}" dt="2026-05-07T13:18:32.135" v="303" actId="20577"/>
          <ac:spMkLst>
            <pc:docMk/>
            <pc:sldMk cId="3285946563" sldId="880"/>
            <ac:spMk id="61" creationId="{70682BB4-FD19-B9B6-B83D-64D5DC49F5B6}"/>
          </ac:spMkLst>
        </pc:spChg>
      </pc:sldChg>
      <pc:sldChg chg="modSp add del mod setBg">
        <pc:chgData name="Daniel Garcia Plaza" userId="993ffe56-cbd8-4ba8-a445-7c6a4d949d9c" providerId="ADAL" clId="{B6912B92-5E2D-4097-B1C7-544EE6DD613F}" dt="2026-05-07T11:09:35.169" v="41" actId="47"/>
        <pc:sldMkLst>
          <pc:docMk/>
          <pc:sldMk cId="2624859730" sldId="2563"/>
        </pc:sldMkLst>
        <pc:spChg chg="mod">
          <ac:chgData name="Daniel Garcia Plaza" userId="993ffe56-cbd8-4ba8-a445-7c6a4d949d9c" providerId="ADAL" clId="{B6912B92-5E2D-4097-B1C7-544EE6DD613F}" dt="2026-05-07T11:07:14.782" v="38" actId="20577"/>
          <ac:spMkLst>
            <pc:docMk/>
            <pc:sldMk cId="2624859730" sldId="2563"/>
            <ac:spMk id="2" creationId="{FEFC669A-C133-620A-9311-DE62BBE7A498}"/>
          </ac:spMkLst>
        </pc:spChg>
        <pc:spChg chg="mod">
          <ac:chgData name="Daniel Garcia Plaza" userId="993ffe56-cbd8-4ba8-a445-7c6a4d949d9c" providerId="ADAL" clId="{B6912B92-5E2D-4097-B1C7-544EE6DD613F}" dt="2026-05-07T11:06:56.726" v="34" actId="14100"/>
          <ac:spMkLst>
            <pc:docMk/>
            <pc:sldMk cId="2624859730" sldId="2563"/>
            <ac:spMk id="4" creationId="{2B6A2BB6-927A-4015-A256-51BE2709230F}"/>
          </ac:spMkLst>
        </pc:spChg>
        <pc:picChg chg="mod">
          <ac:chgData name="Daniel Garcia Plaza" userId="993ffe56-cbd8-4ba8-a445-7c6a4d949d9c" providerId="ADAL" clId="{B6912B92-5E2D-4097-B1C7-544EE6DD613F}" dt="2026-05-07T11:06:46.502" v="31"/>
          <ac:picMkLst>
            <pc:docMk/>
            <pc:sldMk cId="2624859730" sldId="2563"/>
            <ac:picMk id="5" creationId="{DE4904C9-5F5E-4D60-9B58-DD41FB559F35}"/>
          </ac:picMkLst>
        </pc:picChg>
      </pc:sldChg>
      <pc:sldChg chg="modSp add del mod">
        <pc:chgData name="Daniel Garcia Plaza" userId="993ffe56-cbd8-4ba8-a445-7c6a4d949d9c" providerId="ADAL" clId="{B6912B92-5E2D-4097-B1C7-544EE6DD613F}" dt="2026-05-07T13:22:13.142" v="336" actId="47"/>
        <pc:sldMkLst>
          <pc:docMk/>
          <pc:sldMk cId="3431530119" sldId="2565"/>
        </pc:sldMkLst>
        <pc:spChg chg="mod">
          <ac:chgData name="Daniel Garcia Plaza" userId="993ffe56-cbd8-4ba8-a445-7c6a4d949d9c" providerId="ADAL" clId="{B6912B92-5E2D-4097-B1C7-544EE6DD613F}" dt="2026-05-07T11:06:27.462" v="24" actId="27636"/>
          <ac:spMkLst>
            <pc:docMk/>
            <pc:sldMk cId="3431530119" sldId="2565"/>
            <ac:spMk id="4" creationId="{235DB77D-E0AE-19B0-784F-5CA2D0525955}"/>
          </ac:spMkLst>
        </pc:spChg>
      </pc:sldChg>
      <pc:sldChg chg="modSp add del mod">
        <pc:chgData name="Daniel Garcia Plaza" userId="993ffe56-cbd8-4ba8-a445-7c6a4d949d9c" providerId="ADAL" clId="{B6912B92-5E2D-4097-B1C7-544EE6DD613F}" dt="2026-05-07T13:22:52.250" v="346" actId="47"/>
        <pc:sldMkLst>
          <pc:docMk/>
          <pc:sldMk cId="1471660751" sldId="2567"/>
        </pc:sldMkLst>
        <pc:spChg chg="mod">
          <ac:chgData name="Daniel Garcia Plaza" userId="993ffe56-cbd8-4ba8-a445-7c6a4d949d9c" providerId="ADAL" clId="{B6912B92-5E2D-4097-B1C7-544EE6DD613F}" dt="2026-05-07T11:06:27.474" v="25" actId="27636"/>
          <ac:spMkLst>
            <pc:docMk/>
            <pc:sldMk cId="1471660751" sldId="2567"/>
            <ac:spMk id="4" creationId="{E121FC1B-777F-7869-2348-2FA1E8672DDE}"/>
          </ac:spMkLst>
        </pc:spChg>
      </pc:sldChg>
      <pc:sldChg chg="modSp add del mod">
        <pc:chgData name="Daniel Garcia Plaza" userId="993ffe56-cbd8-4ba8-a445-7c6a4d949d9c" providerId="ADAL" clId="{B6912B92-5E2D-4097-B1C7-544EE6DD613F}" dt="2026-05-07T13:23:59.086" v="359" actId="47"/>
        <pc:sldMkLst>
          <pc:docMk/>
          <pc:sldMk cId="4148748014" sldId="2569"/>
        </pc:sldMkLst>
        <pc:spChg chg="mod">
          <ac:chgData name="Daniel Garcia Plaza" userId="993ffe56-cbd8-4ba8-a445-7c6a4d949d9c" providerId="ADAL" clId="{B6912B92-5E2D-4097-B1C7-544EE6DD613F}" dt="2026-05-07T11:06:27.483" v="26" actId="27636"/>
          <ac:spMkLst>
            <pc:docMk/>
            <pc:sldMk cId="4148748014" sldId="2569"/>
            <ac:spMk id="4" creationId="{1D538CA3-339E-96D0-8CFF-39349C67C79A}"/>
          </ac:spMkLst>
        </pc:spChg>
      </pc:sldChg>
      <pc:sldChg chg="modSp add del mod">
        <pc:chgData name="Daniel Garcia Plaza" userId="993ffe56-cbd8-4ba8-a445-7c6a4d949d9c" providerId="ADAL" clId="{B6912B92-5E2D-4097-B1C7-544EE6DD613F}" dt="2026-05-07T13:24:37.482" v="368" actId="47"/>
        <pc:sldMkLst>
          <pc:docMk/>
          <pc:sldMk cId="3302374027" sldId="2571"/>
        </pc:sldMkLst>
        <pc:spChg chg="mod">
          <ac:chgData name="Daniel Garcia Plaza" userId="993ffe56-cbd8-4ba8-a445-7c6a4d949d9c" providerId="ADAL" clId="{B6912B92-5E2D-4097-B1C7-544EE6DD613F}" dt="2026-05-07T11:06:27.490" v="27" actId="27636"/>
          <ac:spMkLst>
            <pc:docMk/>
            <pc:sldMk cId="3302374027" sldId="2571"/>
            <ac:spMk id="4" creationId="{EB1F908D-328A-2C23-2859-8603752A9F27}"/>
          </ac:spMkLst>
        </pc:spChg>
      </pc:sldChg>
      <pc:sldChg chg="modSp add del mod">
        <pc:chgData name="Daniel Garcia Plaza" userId="993ffe56-cbd8-4ba8-a445-7c6a4d949d9c" providerId="ADAL" clId="{B6912B92-5E2D-4097-B1C7-544EE6DD613F}" dt="2026-05-07T13:27:00.446" v="375" actId="47"/>
        <pc:sldMkLst>
          <pc:docMk/>
          <pc:sldMk cId="1640974108" sldId="2573"/>
        </pc:sldMkLst>
        <pc:spChg chg="mod">
          <ac:chgData name="Daniel Garcia Plaza" userId="993ffe56-cbd8-4ba8-a445-7c6a4d949d9c" providerId="ADAL" clId="{B6912B92-5E2D-4097-B1C7-544EE6DD613F}" dt="2026-05-07T11:06:27.498" v="28" actId="27636"/>
          <ac:spMkLst>
            <pc:docMk/>
            <pc:sldMk cId="1640974108" sldId="2573"/>
            <ac:spMk id="4" creationId="{79B68A3F-F074-CA54-71F0-A1E7F2208518}"/>
          </ac:spMkLst>
        </pc:spChg>
      </pc:sldChg>
      <pc:sldChg chg="addSp delSp modSp add del mod">
        <pc:chgData name="Daniel Garcia Plaza" userId="993ffe56-cbd8-4ba8-a445-7c6a4d949d9c" providerId="ADAL" clId="{B6912B92-5E2D-4097-B1C7-544EE6DD613F}" dt="2026-05-07T13:27:25.916" v="381" actId="47"/>
        <pc:sldMkLst>
          <pc:docMk/>
          <pc:sldMk cId="3306167486" sldId="2575"/>
        </pc:sldMkLst>
        <pc:spChg chg="mod">
          <ac:chgData name="Daniel Garcia Plaza" userId="993ffe56-cbd8-4ba8-a445-7c6a4d949d9c" providerId="ADAL" clId="{B6912B92-5E2D-4097-B1C7-544EE6DD613F}" dt="2026-05-07T11:06:27.507" v="29" actId="27636"/>
          <ac:spMkLst>
            <pc:docMk/>
            <pc:sldMk cId="3306167486" sldId="2575"/>
            <ac:spMk id="4" creationId="{D669264F-586A-855A-EABB-8E39B1F97F72}"/>
          </ac:spMkLst>
        </pc:spChg>
        <pc:spChg chg="add del mod">
          <ac:chgData name="Daniel Garcia Plaza" userId="993ffe56-cbd8-4ba8-a445-7c6a4d949d9c" providerId="ADAL" clId="{B6912B92-5E2D-4097-B1C7-544EE6DD613F}" dt="2026-05-07T13:27:06.192" v="377" actId="478"/>
          <ac:spMkLst>
            <pc:docMk/>
            <pc:sldMk cId="3306167486" sldId="2575"/>
            <ac:spMk id="6" creationId="{FF6CCA7A-54B3-5593-FB48-D2A8DAD5DB3D}"/>
          </ac:spMkLst>
        </pc:spChg>
        <pc:picChg chg="del">
          <ac:chgData name="Daniel Garcia Plaza" userId="993ffe56-cbd8-4ba8-a445-7c6a4d949d9c" providerId="ADAL" clId="{B6912B92-5E2D-4097-B1C7-544EE6DD613F}" dt="2026-05-07T13:27:04.386" v="376" actId="478"/>
          <ac:picMkLst>
            <pc:docMk/>
            <pc:sldMk cId="3306167486" sldId="2575"/>
            <ac:picMk id="5" creationId="{8DACDE0A-7EB6-43CB-8F1F-B1141479C9B3}"/>
          </ac:picMkLst>
        </pc:picChg>
      </pc:sldChg>
      <pc:sldChg chg="modSp add del mod">
        <pc:chgData name="Daniel Garcia Plaza" userId="993ffe56-cbd8-4ba8-a445-7c6a4d949d9c" providerId="ADAL" clId="{B6912B92-5E2D-4097-B1C7-544EE6DD613F}" dt="2026-05-08T09:32:17.110" v="448" actId="47"/>
        <pc:sldMkLst>
          <pc:docMk/>
          <pc:sldMk cId="2142607735" sldId="2577"/>
        </pc:sldMkLst>
        <pc:spChg chg="mod">
          <ac:chgData name="Daniel Garcia Plaza" userId="993ffe56-cbd8-4ba8-a445-7c6a4d949d9c" providerId="ADAL" clId="{B6912B92-5E2D-4097-B1C7-544EE6DD613F}" dt="2026-05-07T13:19:08.648" v="305" actId="1076"/>
          <ac:spMkLst>
            <pc:docMk/>
            <pc:sldMk cId="2142607735" sldId="2577"/>
            <ac:spMk id="2" creationId="{3C3B3539-9EC5-E931-4495-838DAD816F9C}"/>
          </ac:spMkLst>
        </pc:spChg>
        <pc:graphicFrameChg chg="mod">
          <ac:chgData name="Daniel Garcia Plaza" userId="993ffe56-cbd8-4ba8-a445-7c6a4d949d9c" providerId="ADAL" clId="{B6912B92-5E2D-4097-B1C7-544EE6DD613F}" dt="2026-05-07T13:19:04.684" v="304" actId="14100"/>
          <ac:graphicFrameMkLst>
            <pc:docMk/>
            <pc:sldMk cId="2142607735" sldId="2577"/>
            <ac:graphicFrameMk id="7" creationId="{74895C4B-FDE9-5C33-B490-EC93A0F74CF9}"/>
          </ac:graphicFrameMkLst>
        </pc:graphicFrameChg>
      </pc:sldChg>
      <pc:sldChg chg="addSp delSp modSp new del mod modAnim">
        <pc:chgData name="Daniel Garcia Plaza" userId="993ffe56-cbd8-4ba8-a445-7c6a4d949d9c" providerId="ADAL" clId="{B6912B92-5E2D-4097-B1C7-544EE6DD613F}" dt="2026-05-08T09:42:04.555" v="547" actId="47"/>
        <pc:sldMkLst>
          <pc:docMk/>
          <pc:sldMk cId="3891211450" sldId="2578"/>
        </pc:sldMkLst>
        <pc:spChg chg="del">
          <ac:chgData name="Daniel Garcia Plaza" userId="993ffe56-cbd8-4ba8-a445-7c6a4d949d9c" providerId="ADAL" clId="{B6912B92-5E2D-4097-B1C7-544EE6DD613F}" dt="2026-05-07T11:07:05.722" v="36" actId="478"/>
          <ac:spMkLst>
            <pc:docMk/>
            <pc:sldMk cId="3891211450" sldId="2578"/>
            <ac:spMk id="2" creationId="{4488F1A3-069A-E79C-CD80-D19E6C9896DD}"/>
          </ac:spMkLst>
        </pc:spChg>
        <pc:spChg chg="del">
          <ac:chgData name="Daniel Garcia Plaza" userId="993ffe56-cbd8-4ba8-a445-7c6a4d949d9c" providerId="ADAL" clId="{B6912B92-5E2D-4097-B1C7-544EE6DD613F}" dt="2026-05-07T11:07:03.899" v="35" actId="478"/>
          <ac:spMkLst>
            <pc:docMk/>
            <pc:sldMk cId="3891211450" sldId="2578"/>
            <ac:spMk id="3" creationId="{9F2D8917-4A4F-2501-BE52-C19595B6C06B}"/>
          </ac:spMkLst>
        </pc:spChg>
        <pc:spChg chg="add mod">
          <ac:chgData name="Daniel Garcia Plaza" userId="993ffe56-cbd8-4ba8-a445-7c6a4d949d9c" providerId="ADAL" clId="{B6912B92-5E2D-4097-B1C7-544EE6DD613F}" dt="2026-05-07T13:19:51.679" v="313" actId="1076"/>
          <ac:spMkLst>
            <pc:docMk/>
            <pc:sldMk cId="3891211450" sldId="2578"/>
            <ac:spMk id="4" creationId="{80C4E2CE-A69A-167C-C704-E9286B8F14AB}"/>
          </ac:spMkLst>
        </pc:spChg>
        <pc:spChg chg="add mod">
          <ac:chgData name="Daniel Garcia Plaza" userId="993ffe56-cbd8-4ba8-a445-7c6a4d949d9c" providerId="ADAL" clId="{B6912B92-5E2D-4097-B1C7-544EE6DD613F}" dt="2026-05-07T13:19:37.795" v="308" actId="108"/>
          <ac:spMkLst>
            <pc:docMk/>
            <pc:sldMk cId="3891211450" sldId="2578"/>
            <ac:spMk id="5" creationId="{72850D81-A209-36B2-0412-D2AF4DBDD90C}"/>
          </ac:spMkLst>
        </pc:spChg>
        <pc:picChg chg="add del mod">
          <ac:chgData name="Daniel Garcia Plaza" userId="993ffe56-cbd8-4ba8-a445-7c6a4d949d9c" providerId="ADAL" clId="{B6912B92-5E2D-4097-B1C7-544EE6DD613F}" dt="2026-05-07T13:19:40.272" v="309" actId="478"/>
          <ac:picMkLst>
            <pc:docMk/>
            <pc:sldMk cId="3891211450" sldId="2578"/>
            <ac:picMk id="6" creationId="{B8F1D6D4-5268-B72D-A244-76236759291B}"/>
          </ac:picMkLst>
        </pc:picChg>
      </pc:sldChg>
      <pc:sldChg chg="addSp delSp modSp add del mod delAnim">
        <pc:chgData name="Daniel Garcia Plaza" userId="993ffe56-cbd8-4ba8-a445-7c6a4d949d9c" providerId="ADAL" clId="{B6912B92-5E2D-4097-B1C7-544EE6DD613F}" dt="2026-05-08T09:34:19.792" v="455" actId="47"/>
        <pc:sldMkLst>
          <pc:docMk/>
          <pc:sldMk cId="4147021313" sldId="2579"/>
        </pc:sldMkLst>
        <pc:spChg chg="add del mod">
          <ac:chgData name="Daniel Garcia Plaza" userId="993ffe56-cbd8-4ba8-a445-7c6a4d949d9c" providerId="ADAL" clId="{B6912B92-5E2D-4097-B1C7-544EE6DD613F}" dt="2026-05-07T11:09:43.879" v="44" actId="478"/>
          <ac:spMkLst>
            <pc:docMk/>
            <pc:sldMk cId="4147021313" sldId="2579"/>
            <ac:spMk id="3" creationId="{238DD755-7B43-09C5-8649-16DBD81AC854}"/>
          </ac:spMkLst>
        </pc:spChg>
        <pc:spChg chg="del">
          <ac:chgData name="Daniel Garcia Plaza" userId="993ffe56-cbd8-4ba8-a445-7c6a4d949d9c" providerId="ADAL" clId="{B6912B92-5E2D-4097-B1C7-544EE6DD613F}" dt="2026-05-07T11:09:42.225" v="43" actId="478"/>
          <ac:spMkLst>
            <pc:docMk/>
            <pc:sldMk cId="4147021313" sldId="2579"/>
            <ac:spMk id="4" creationId="{F571F518-402C-0934-48D2-95346431DF8D}"/>
          </ac:spMkLst>
        </pc:spChg>
        <pc:spChg chg="del">
          <ac:chgData name="Daniel Garcia Plaza" userId="993ffe56-cbd8-4ba8-a445-7c6a4d949d9c" providerId="ADAL" clId="{B6912B92-5E2D-4097-B1C7-544EE6DD613F}" dt="2026-05-07T11:09:45.252" v="45" actId="478"/>
          <ac:spMkLst>
            <pc:docMk/>
            <pc:sldMk cId="4147021313" sldId="2579"/>
            <ac:spMk id="5" creationId="{CD8E4F01-CFD5-CCAC-16C3-8489C78D4EB2}"/>
          </ac:spMkLst>
        </pc:spChg>
        <pc:spChg chg="add del mod">
          <ac:chgData name="Daniel Garcia Plaza" userId="993ffe56-cbd8-4ba8-a445-7c6a4d949d9c" providerId="ADAL" clId="{B6912B92-5E2D-4097-B1C7-544EE6DD613F}" dt="2026-05-07T11:09:48.343" v="47" actId="478"/>
          <ac:spMkLst>
            <pc:docMk/>
            <pc:sldMk cId="4147021313" sldId="2579"/>
            <ac:spMk id="8" creationId="{31E384DB-CE90-AA2C-A29C-1A122F832593}"/>
          </ac:spMkLst>
        </pc:spChg>
        <pc:picChg chg="del">
          <ac:chgData name="Daniel Garcia Plaza" userId="993ffe56-cbd8-4ba8-a445-7c6a4d949d9c" providerId="ADAL" clId="{B6912B92-5E2D-4097-B1C7-544EE6DD613F}" dt="2026-05-07T11:09:46.508" v="46" actId="478"/>
          <ac:picMkLst>
            <pc:docMk/>
            <pc:sldMk cId="4147021313" sldId="2579"/>
            <ac:picMk id="6" creationId="{4E7E43E3-8C66-C44C-5F4D-1EBAA68C51BC}"/>
          </ac:picMkLst>
        </pc:picChg>
      </pc:sldChg>
      <pc:sldChg chg="add del ord">
        <pc:chgData name="Daniel Garcia Plaza" userId="993ffe56-cbd8-4ba8-a445-7c6a4d949d9c" providerId="ADAL" clId="{B6912B92-5E2D-4097-B1C7-544EE6DD613F}" dt="2026-05-08T09:34:20.790" v="456" actId="47"/>
        <pc:sldMkLst>
          <pc:docMk/>
          <pc:sldMk cId="1194735486" sldId="2580"/>
        </pc:sldMkLst>
      </pc:sldChg>
      <pc:sldChg chg="addSp delSp modSp add del mod delAnim modAnim">
        <pc:chgData name="Daniel Garcia Plaza" userId="993ffe56-cbd8-4ba8-a445-7c6a4d949d9c" providerId="ADAL" clId="{B6912B92-5E2D-4097-B1C7-544EE6DD613F}" dt="2026-05-08T09:42:06.313" v="548" actId="47"/>
        <pc:sldMkLst>
          <pc:docMk/>
          <pc:sldMk cId="3383809527" sldId="2581"/>
        </pc:sldMkLst>
        <pc:spChg chg="add del mod">
          <ac:chgData name="Daniel Garcia Plaza" userId="993ffe56-cbd8-4ba8-a445-7c6a4d949d9c" providerId="ADAL" clId="{B6912B92-5E2D-4097-B1C7-544EE6DD613F}" dt="2026-05-07T13:21:07.411" v="327" actId="478"/>
          <ac:spMkLst>
            <pc:docMk/>
            <pc:sldMk cId="3383809527" sldId="2581"/>
            <ac:spMk id="3" creationId="{41FAF416-2FD5-A41A-5583-D762D13E4814}"/>
          </ac:spMkLst>
        </pc:spChg>
        <pc:spChg chg="del">
          <ac:chgData name="Daniel Garcia Plaza" userId="993ffe56-cbd8-4ba8-a445-7c6a4d949d9c" providerId="ADAL" clId="{B6912B92-5E2D-4097-B1C7-544EE6DD613F}" dt="2026-05-07T13:21:04.937" v="326" actId="478"/>
          <ac:spMkLst>
            <pc:docMk/>
            <pc:sldMk cId="3383809527" sldId="2581"/>
            <ac:spMk id="4" creationId="{B7B6BC82-8977-DCDA-2385-3AF3E9F90FD5}"/>
          </ac:spMkLst>
        </pc:spChg>
        <pc:spChg chg="mod">
          <ac:chgData name="Daniel Garcia Plaza" userId="993ffe56-cbd8-4ba8-a445-7c6a4d949d9c" providerId="ADAL" clId="{B6912B92-5E2D-4097-B1C7-544EE6DD613F}" dt="2026-05-07T13:20:50.945" v="325" actId="5793"/>
          <ac:spMkLst>
            <pc:docMk/>
            <pc:sldMk cId="3383809527" sldId="2581"/>
            <ac:spMk id="5" creationId="{12B47153-31A1-16F4-86DC-C4C85736774A}"/>
          </ac:spMkLst>
        </pc:spChg>
        <pc:spChg chg="add mod">
          <ac:chgData name="Daniel Garcia Plaza" userId="993ffe56-cbd8-4ba8-a445-7c6a4d949d9c" providerId="ADAL" clId="{B6912B92-5E2D-4097-B1C7-544EE6DD613F}" dt="2026-05-07T13:21:13.644" v="331" actId="1076"/>
          <ac:spMkLst>
            <pc:docMk/>
            <pc:sldMk cId="3383809527" sldId="2581"/>
            <ac:spMk id="6" creationId="{C7338640-DE43-6F45-ABDA-4A710B7D2CB6}"/>
          </ac:spMkLst>
        </pc:spChg>
      </pc:sldChg>
      <pc:sldChg chg="addSp delSp modSp add del mod delAnim modAnim">
        <pc:chgData name="Daniel Garcia Plaza" userId="993ffe56-cbd8-4ba8-a445-7c6a4d949d9c" providerId="ADAL" clId="{B6912B92-5E2D-4097-B1C7-544EE6DD613F}" dt="2026-05-08T09:42:07.549" v="549" actId="47"/>
        <pc:sldMkLst>
          <pc:docMk/>
          <pc:sldMk cId="3821687341" sldId="2582"/>
        </pc:sldMkLst>
        <pc:spChg chg="add del mod">
          <ac:chgData name="Daniel Garcia Plaza" userId="993ffe56-cbd8-4ba8-a445-7c6a4d949d9c" providerId="ADAL" clId="{B6912B92-5E2D-4097-B1C7-544EE6DD613F}" dt="2026-05-07T13:22:42.591" v="342" actId="478"/>
          <ac:spMkLst>
            <pc:docMk/>
            <pc:sldMk cId="3821687341" sldId="2582"/>
            <ac:spMk id="3" creationId="{18FC0CA2-39E2-9430-D519-FD63413253DF}"/>
          </ac:spMkLst>
        </pc:spChg>
        <pc:spChg chg="add mod">
          <ac:chgData name="Daniel Garcia Plaza" userId="993ffe56-cbd8-4ba8-a445-7c6a4d949d9c" providerId="ADAL" clId="{B6912B92-5E2D-4097-B1C7-544EE6DD613F}" dt="2026-05-07T13:22:40.638" v="341" actId="1076"/>
          <ac:spMkLst>
            <pc:docMk/>
            <pc:sldMk cId="3821687341" sldId="2582"/>
            <ac:spMk id="4" creationId="{F1989212-3085-95E1-EB35-8D839E32C99F}"/>
          </ac:spMkLst>
        </pc:spChg>
        <pc:spChg chg="mod">
          <ac:chgData name="Daniel Garcia Plaza" userId="993ffe56-cbd8-4ba8-a445-7c6a4d949d9c" providerId="ADAL" clId="{B6912B92-5E2D-4097-B1C7-544EE6DD613F}" dt="2026-05-07T13:22:29.749" v="337" actId="6549"/>
          <ac:spMkLst>
            <pc:docMk/>
            <pc:sldMk cId="3821687341" sldId="2582"/>
            <ac:spMk id="5" creationId="{DC23CEDC-97B5-C4AE-21DE-B9894756D275}"/>
          </ac:spMkLst>
        </pc:spChg>
        <pc:spChg chg="del mod">
          <ac:chgData name="Daniel Garcia Plaza" userId="993ffe56-cbd8-4ba8-a445-7c6a4d949d9c" providerId="ADAL" clId="{B6912B92-5E2D-4097-B1C7-544EE6DD613F}" dt="2026-05-07T13:21:54.712" v="335" actId="478"/>
          <ac:spMkLst>
            <pc:docMk/>
            <pc:sldMk cId="3821687341" sldId="2582"/>
            <ac:spMk id="6" creationId="{DA1DF44F-5502-AB9C-96A7-F42BA72D54C7}"/>
          </ac:spMkLst>
        </pc:spChg>
        <pc:spChg chg="add mod">
          <ac:chgData name="Daniel Garcia Plaza" userId="993ffe56-cbd8-4ba8-a445-7c6a4d949d9c" providerId="ADAL" clId="{B6912B92-5E2D-4097-B1C7-544EE6DD613F}" dt="2026-05-07T13:22:49.838" v="345" actId="1076"/>
          <ac:spMkLst>
            <pc:docMk/>
            <pc:sldMk cId="3821687341" sldId="2582"/>
            <ac:spMk id="7" creationId="{6616EB36-EA3B-333D-ADF1-AA9FF51BB5B3}"/>
          </ac:spMkLst>
        </pc:spChg>
      </pc:sldChg>
      <pc:sldChg chg="addSp modSp add del mod modAnim modNotesTx">
        <pc:chgData name="Daniel Garcia Plaza" userId="993ffe56-cbd8-4ba8-a445-7c6a4d949d9c" providerId="ADAL" clId="{B6912B92-5E2D-4097-B1C7-544EE6DD613F}" dt="2026-05-08T09:42:14.277" v="550" actId="47"/>
        <pc:sldMkLst>
          <pc:docMk/>
          <pc:sldMk cId="345287403" sldId="2583"/>
        </pc:sldMkLst>
        <pc:spChg chg="add mod">
          <ac:chgData name="Daniel Garcia Plaza" userId="993ffe56-cbd8-4ba8-a445-7c6a4d949d9c" providerId="ADAL" clId="{B6912B92-5E2D-4097-B1C7-544EE6DD613F}" dt="2026-05-07T13:23:44.516" v="355" actId="1076"/>
          <ac:spMkLst>
            <pc:docMk/>
            <pc:sldMk cId="345287403" sldId="2583"/>
            <ac:spMk id="2" creationId="{4A062BD6-09FA-8567-49F6-F82F9F0DF1D0}"/>
          </ac:spMkLst>
        </pc:spChg>
        <pc:spChg chg="add mod">
          <ac:chgData name="Daniel Garcia Plaza" userId="993ffe56-cbd8-4ba8-a445-7c6a4d949d9c" providerId="ADAL" clId="{B6912B92-5E2D-4097-B1C7-544EE6DD613F}" dt="2026-05-07T13:23:51.296" v="357" actId="27636"/>
          <ac:spMkLst>
            <pc:docMk/>
            <pc:sldMk cId="345287403" sldId="2583"/>
            <ac:spMk id="3" creationId="{871E18DF-4DF6-C27B-DB17-3605D4F403B4}"/>
          </ac:spMkLst>
        </pc:spChg>
        <pc:picChg chg="add mod">
          <ac:chgData name="Daniel Garcia Plaza" userId="993ffe56-cbd8-4ba8-a445-7c6a4d949d9c" providerId="ADAL" clId="{B6912B92-5E2D-4097-B1C7-544EE6DD613F}" dt="2026-05-07T13:23:56.512" v="358"/>
          <ac:picMkLst>
            <pc:docMk/>
            <pc:sldMk cId="345287403" sldId="2583"/>
            <ac:picMk id="4" creationId="{188DFB1E-8CAD-689B-B5FA-23CCA41DC520}"/>
          </ac:picMkLst>
        </pc:picChg>
      </pc:sldChg>
      <pc:sldChg chg="addSp modSp add del mod modAnim">
        <pc:chgData name="Daniel Garcia Plaza" userId="993ffe56-cbd8-4ba8-a445-7c6a4d949d9c" providerId="ADAL" clId="{B6912B92-5E2D-4097-B1C7-544EE6DD613F}" dt="2026-05-08T09:34:09.451" v="453" actId="47"/>
        <pc:sldMkLst>
          <pc:docMk/>
          <pc:sldMk cId="4222118850" sldId="2584"/>
        </pc:sldMkLst>
        <pc:spChg chg="add mod">
          <ac:chgData name="Daniel Garcia Plaza" userId="993ffe56-cbd8-4ba8-a445-7c6a4d949d9c" providerId="ADAL" clId="{B6912B92-5E2D-4097-B1C7-544EE6DD613F}" dt="2026-05-07T13:24:26.247" v="364" actId="14100"/>
          <ac:spMkLst>
            <pc:docMk/>
            <pc:sldMk cId="4222118850" sldId="2584"/>
            <ac:spMk id="2" creationId="{88A64F61-BB83-1F08-69E7-212FF412D789}"/>
          </ac:spMkLst>
        </pc:spChg>
        <pc:spChg chg="add mod">
          <ac:chgData name="Daniel Garcia Plaza" userId="993ffe56-cbd8-4ba8-a445-7c6a4d949d9c" providerId="ADAL" clId="{B6912B92-5E2D-4097-B1C7-544EE6DD613F}" dt="2026-05-07T13:24:21.074" v="362"/>
          <ac:spMkLst>
            <pc:docMk/>
            <pc:sldMk cId="4222118850" sldId="2584"/>
            <ac:spMk id="3" creationId="{CEFF5EE6-BDA5-DD4E-4A1F-209FB7B0DFBF}"/>
          </ac:spMkLst>
        </pc:spChg>
        <pc:picChg chg="add mod">
          <ac:chgData name="Daniel Garcia Plaza" userId="993ffe56-cbd8-4ba8-a445-7c6a4d949d9c" providerId="ADAL" clId="{B6912B92-5E2D-4097-B1C7-544EE6DD613F}" dt="2026-05-07T13:24:34.702" v="367" actId="1076"/>
          <ac:picMkLst>
            <pc:docMk/>
            <pc:sldMk cId="4222118850" sldId="2584"/>
            <ac:picMk id="4" creationId="{1700F41A-B813-F9D2-37DC-D4487399CCC3}"/>
          </ac:picMkLst>
        </pc:picChg>
      </pc:sldChg>
      <pc:sldChg chg="addSp modSp add del mod modAnim">
        <pc:chgData name="Daniel Garcia Plaza" userId="993ffe56-cbd8-4ba8-a445-7c6a4d949d9c" providerId="ADAL" clId="{B6912B92-5E2D-4097-B1C7-544EE6DD613F}" dt="2026-05-08T09:34:07.551" v="452" actId="47"/>
        <pc:sldMkLst>
          <pc:docMk/>
          <pc:sldMk cId="3309341932" sldId="2585"/>
        </pc:sldMkLst>
        <pc:spChg chg="add mod">
          <ac:chgData name="Daniel Garcia Plaza" userId="993ffe56-cbd8-4ba8-a445-7c6a4d949d9c" providerId="ADAL" clId="{B6912B92-5E2D-4097-B1C7-544EE6DD613F}" dt="2026-05-07T13:26:44.118" v="372" actId="1076"/>
          <ac:spMkLst>
            <pc:docMk/>
            <pc:sldMk cId="3309341932" sldId="2585"/>
            <ac:spMk id="2" creationId="{80B12F48-5C26-AB93-1A54-76800113696F}"/>
          </ac:spMkLst>
        </pc:spChg>
        <pc:spChg chg="add mod">
          <ac:chgData name="Daniel Garcia Plaza" userId="993ffe56-cbd8-4ba8-a445-7c6a4d949d9c" providerId="ADAL" clId="{B6912B92-5E2D-4097-B1C7-544EE6DD613F}" dt="2026-05-07T13:26:50.002" v="373"/>
          <ac:spMkLst>
            <pc:docMk/>
            <pc:sldMk cId="3309341932" sldId="2585"/>
            <ac:spMk id="3" creationId="{25A0D6A6-5553-C0A0-8CAB-E9BE4754653B}"/>
          </ac:spMkLst>
        </pc:spChg>
        <pc:picChg chg="add mod">
          <ac:chgData name="Daniel Garcia Plaza" userId="993ffe56-cbd8-4ba8-a445-7c6a4d949d9c" providerId="ADAL" clId="{B6912B92-5E2D-4097-B1C7-544EE6DD613F}" dt="2026-05-07T13:26:54.800" v="374"/>
          <ac:picMkLst>
            <pc:docMk/>
            <pc:sldMk cId="3309341932" sldId="2585"/>
            <ac:picMk id="4" creationId="{BF3E94C9-2C0F-99F2-02CD-78E2D97CEE40}"/>
          </ac:picMkLst>
        </pc:picChg>
      </pc:sldChg>
      <pc:sldChg chg="addSp modSp add del mod modAnim">
        <pc:chgData name="Daniel Garcia Plaza" userId="993ffe56-cbd8-4ba8-a445-7c6a4d949d9c" providerId="ADAL" clId="{B6912B92-5E2D-4097-B1C7-544EE6DD613F}" dt="2026-05-08T09:34:05.506" v="451" actId="47"/>
        <pc:sldMkLst>
          <pc:docMk/>
          <pc:sldMk cId="2387766028" sldId="2586"/>
        </pc:sldMkLst>
        <pc:spChg chg="add mod">
          <ac:chgData name="Daniel Garcia Plaza" userId="993ffe56-cbd8-4ba8-a445-7c6a4d949d9c" providerId="ADAL" clId="{B6912B92-5E2D-4097-B1C7-544EE6DD613F}" dt="2026-05-07T13:27:13.400" v="379" actId="1076"/>
          <ac:spMkLst>
            <pc:docMk/>
            <pc:sldMk cId="2387766028" sldId="2586"/>
            <ac:spMk id="2" creationId="{53DA3087-F974-FB8A-DFD3-932AAA15FB0C}"/>
          </ac:spMkLst>
        </pc:spChg>
        <pc:spChg chg="add mod">
          <ac:chgData name="Daniel Garcia Plaza" userId="993ffe56-cbd8-4ba8-a445-7c6a4d949d9c" providerId="ADAL" clId="{B6912B92-5E2D-4097-B1C7-544EE6DD613F}" dt="2026-05-07T13:27:19.469" v="380"/>
          <ac:spMkLst>
            <pc:docMk/>
            <pc:sldMk cId="2387766028" sldId="2586"/>
            <ac:spMk id="3" creationId="{6C7C3B9D-4E64-B1F4-DCEF-37B9850672D6}"/>
          </ac:spMkLst>
        </pc:spChg>
      </pc:sldChg>
      <pc:sldChg chg="add del">
        <pc:chgData name="Daniel Garcia Plaza" userId="993ffe56-cbd8-4ba8-a445-7c6a4d949d9c" providerId="ADAL" clId="{B6912B92-5E2D-4097-B1C7-544EE6DD613F}" dt="2026-05-07T13:27:44.506" v="383"/>
        <pc:sldMkLst>
          <pc:docMk/>
          <pc:sldMk cId="1229968138" sldId="2587"/>
        </pc:sldMkLst>
      </pc:sldChg>
      <pc:sldChg chg="addSp delSp modSp add del mod delAnim modAnim modNotesTx">
        <pc:chgData name="Daniel Garcia Plaza" userId="993ffe56-cbd8-4ba8-a445-7c6a4d949d9c" providerId="ADAL" clId="{B6912B92-5E2D-4097-B1C7-544EE6DD613F}" dt="2026-05-08T12:49:45.650" v="1251" actId="20577"/>
        <pc:sldMkLst>
          <pc:docMk/>
          <pc:sldMk cId="2164470264" sldId="2587"/>
        </pc:sldMkLst>
        <pc:spChg chg="mod">
          <ac:chgData name="Daniel Garcia Plaza" userId="993ffe56-cbd8-4ba8-a445-7c6a4d949d9c" providerId="ADAL" clId="{B6912B92-5E2D-4097-B1C7-544EE6DD613F}" dt="2026-05-07T13:28:05.583" v="413" actId="20577"/>
          <ac:spMkLst>
            <pc:docMk/>
            <pc:sldMk cId="2164470264" sldId="2587"/>
            <ac:spMk id="2" creationId="{F230BAFD-B384-BDB4-DC2D-853D5DE67924}"/>
          </ac:spMkLst>
        </pc:spChg>
        <pc:spChg chg="del">
          <ac:chgData name="Daniel Garcia Plaza" userId="993ffe56-cbd8-4ba8-a445-7c6a4d949d9c" providerId="ADAL" clId="{B6912B92-5E2D-4097-B1C7-544EE6DD613F}" dt="2026-05-07T13:28:09.239" v="415" actId="478"/>
          <ac:spMkLst>
            <pc:docMk/>
            <pc:sldMk cId="2164470264" sldId="2587"/>
            <ac:spMk id="3" creationId="{2917EF61-79D2-BD2E-5F0E-B4804001947D}"/>
          </ac:spMkLst>
        </pc:spChg>
        <pc:spChg chg="add mod">
          <ac:chgData name="Daniel Garcia Plaza" userId="993ffe56-cbd8-4ba8-a445-7c6a4d949d9c" providerId="ADAL" clId="{B6912B92-5E2D-4097-B1C7-544EE6DD613F}" dt="2026-05-08T12:49:45.650" v="1251" actId="20577"/>
          <ac:spMkLst>
            <pc:docMk/>
            <pc:sldMk cId="2164470264" sldId="2587"/>
            <ac:spMk id="3" creationId="{96BDC395-B82D-E4F7-0D0A-111AF8756064}"/>
          </ac:spMkLst>
        </pc:spChg>
        <pc:spChg chg="add del mod">
          <ac:chgData name="Daniel Garcia Plaza" userId="993ffe56-cbd8-4ba8-a445-7c6a4d949d9c" providerId="ADAL" clId="{B6912B92-5E2D-4097-B1C7-544EE6DD613F}" dt="2026-05-07T13:28:13.979" v="417" actId="478"/>
          <ac:spMkLst>
            <pc:docMk/>
            <pc:sldMk cId="2164470264" sldId="2587"/>
            <ac:spMk id="6" creationId="{BAA19131-3447-8A2B-7F1C-AEECBC021435}"/>
          </ac:spMkLst>
        </pc:spChg>
        <pc:picChg chg="del">
          <ac:chgData name="Daniel Garcia Plaza" userId="993ffe56-cbd8-4ba8-a445-7c6a4d949d9c" providerId="ADAL" clId="{B6912B92-5E2D-4097-B1C7-544EE6DD613F}" dt="2026-05-07T13:28:07.678" v="414" actId="478"/>
          <ac:picMkLst>
            <pc:docMk/>
            <pc:sldMk cId="2164470264" sldId="2587"/>
            <ac:picMk id="4" creationId="{EB1D1BD1-4C50-BF79-7A05-54092EEDE714}"/>
          </ac:picMkLst>
        </pc:picChg>
        <pc:picChg chg="add del mod">
          <ac:chgData name="Daniel Garcia Plaza" userId="993ffe56-cbd8-4ba8-a445-7c6a4d949d9c" providerId="ADAL" clId="{B6912B92-5E2D-4097-B1C7-544EE6DD613F}" dt="2026-05-07T13:33:32.828" v="422" actId="478"/>
          <ac:picMkLst>
            <pc:docMk/>
            <pc:sldMk cId="2164470264" sldId="2587"/>
            <ac:picMk id="8" creationId="{94D9D2E0-DEA7-E755-0948-71958E2D5CDE}"/>
          </ac:picMkLst>
        </pc:picChg>
        <pc:picChg chg="add del mod">
          <ac:chgData name="Daniel Garcia Plaza" userId="993ffe56-cbd8-4ba8-a445-7c6a4d949d9c" providerId="ADAL" clId="{B6912B92-5E2D-4097-B1C7-544EE6DD613F}" dt="2026-05-07T13:35:49.096" v="430" actId="478"/>
          <ac:picMkLst>
            <pc:docMk/>
            <pc:sldMk cId="2164470264" sldId="2587"/>
            <ac:picMk id="10" creationId="{CAE74B86-C2EA-D79C-8FE2-787044BFBFF0}"/>
          </ac:picMkLst>
        </pc:picChg>
        <pc:picChg chg="del mod">
          <ac:chgData name="Daniel Garcia Plaza" userId="993ffe56-cbd8-4ba8-a445-7c6a4d949d9c" providerId="ADAL" clId="{B6912B92-5E2D-4097-B1C7-544EE6DD613F}" dt="2026-05-07T13:39:30.090" v="435" actId="478"/>
          <ac:picMkLst>
            <pc:docMk/>
            <pc:sldMk cId="2164470264" sldId="2587"/>
            <ac:picMk id="11" creationId="{62085973-124C-973B-1109-F0318E2895C8}"/>
          </ac:picMkLst>
        </pc:picChg>
        <pc:picChg chg="mod">
          <ac:chgData name="Daniel Garcia Plaza" userId="993ffe56-cbd8-4ba8-a445-7c6a4d949d9c" providerId="ADAL" clId="{B6912B92-5E2D-4097-B1C7-544EE6DD613F}" dt="2026-05-08T09:32:24.916" v="450" actId="1076"/>
          <ac:picMkLst>
            <pc:docMk/>
            <pc:sldMk cId="2164470264" sldId="2587"/>
            <ac:picMk id="12" creationId="{A6C08C14-653D-1741-4A53-16010D336663}"/>
          </ac:picMkLst>
        </pc:picChg>
      </pc:sldChg>
      <pc:sldChg chg="addSp delSp modSp add mod">
        <pc:chgData name="Daniel Garcia Plaza" userId="993ffe56-cbd8-4ba8-a445-7c6a4d949d9c" providerId="ADAL" clId="{B6912B92-5E2D-4097-B1C7-544EE6DD613F}" dt="2026-05-08T12:47:09" v="1215" actId="20577"/>
        <pc:sldMkLst>
          <pc:docMk/>
          <pc:sldMk cId="3199399613" sldId="2588"/>
        </pc:sldMkLst>
        <pc:spChg chg="mod">
          <ac:chgData name="Daniel Garcia Plaza" userId="993ffe56-cbd8-4ba8-a445-7c6a4d949d9c" providerId="ADAL" clId="{B6912B92-5E2D-4097-B1C7-544EE6DD613F}" dt="2026-05-08T10:18:04.790" v="791" actId="20577"/>
          <ac:spMkLst>
            <pc:docMk/>
            <pc:sldMk cId="3199399613" sldId="2588"/>
            <ac:spMk id="2" creationId="{B8576050-D3C7-E307-90CC-1B081BDC5BB6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3" creationId="{9A655147-F191-C418-2666-0AE9F0712839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4" creationId="{897A6ECF-89E4-A3C7-079E-EC1CC2AD4717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5" creationId="{CD6E883D-DBB1-8F7C-7151-9FFAB7EAB1DA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6" creationId="{10D80DEE-D873-CD92-B9C6-3A5A08FAA6A7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7" creationId="{BC01BECA-CE78-E2E4-6506-882880D8D1A8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10" creationId="{33ECE698-537D-FAD2-EDA2-3B83EAA90834}"/>
          </ac:spMkLst>
        </pc:spChg>
        <pc:spChg chg="add mod">
          <ac:chgData name="Daniel Garcia Plaza" userId="993ffe56-cbd8-4ba8-a445-7c6a4d949d9c" providerId="ADAL" clId="{B6912B92-5E2D-4097-B1C7-544EE6DD613F}" dt="2026-05-08T12:47:09" v="1215" actId="20577"/>
          <ac:spMkLst>
            <pc:docMk/>
            <pc:sldMk cId="3199399613" sldId="2588"/>
            <ac:spMk id="12" creationId="{FF45C852-185D-9685-1A2B-085FE769A1B2}"/>
          </ac:spMkLst>
        </pc:spChg>
        <pc:spChg chg="del">
          <ac:chgData name="Daniel Garcia Plaza" userId="993ffe56-cbd8-4ba8-a445-7c6a4d949d9c" providerId="ADAL" clId="{B6912B92-5E2D-4097-B1C7-544EE6DD613F}" dt="2026-05-08T10:13:49.346" v="555" actId="478"/>
          <ac:spMkLst>
            <pc:docMk/>
            <pc:sldMk cId="3199399613" sldId="2588"/>
            <ac:spMk id="14" creationId="{3163FCD9-A8F2-23C7-9594-C44F92EBDCDA}"/>
          </ac:spMkLst>
        </pc:spChg>
        <pc:spChg chg="del">
          <ac:chgData name="Daniel Garcia Plaza" userId="993ffe56-cbd8-4ba8-a445-7c6a4d949d9c" providerId="ADAL" clId="{B6912B92-5E2D-4097-B1C7-544EE6DD613F}" dt="2026-05-08T10:13:51.110" v="556" actId="478"/>
          <ac:spMkLst>
            <pc:docMk/>
            <pc:sldMk cId="3199399613" sldId="2588"/>
            <ac:spMk id="16" creationId="{6F92038C-60A0-D59A-F218-4A3AACC37EAB}"/>
          </ac:spMkLst>
        </pc:spChg>
        <pc:spChg chg="del">
          <ac:chgData name="Daniel Garcia Plaza" userId="993ffe56-cbd8-4ba8-a445-7c6a4d949d9c" providerId="ADAL" clId="{B6912B92-5E2D-4097-B1C7-544EE6DD613F}" dt="2026-05-08T10:13:52.664" v="557" actId="478"/>
          <ac:spMkLst>
            <pc:docMk/>
            <pc:sldMk cId="3199399613" sldId="2588"/>
            <ac:spMk id="18" creationId="{5A6BD47B-06E6-4C3A-1E66-9526832193BF}"/>
          </ac:spMkLst>
        </pc:spChg>
        <pc:cxnChg chg="del">
          <ac:chgData name="Daniel Garcia Plaza" userId="993ffe56-cbd8-4ba8-a445-7c6a4d949d9c" providerId="ADAL" clId="{B6912B92-5E2D-4097-B1C7-544EE6DD613F}" dt="2026-05-08T10:13:49.346" v="555" actId="478"/>
          <ac:cxnSpMkLst>
            <pc:docMk/>
            <pc:sldMk cId="3199399613" sldId="2588"/>
            <ac:cxnSpMk id="17" creationId="{385BE095-29D8-5A65-9683-708B2A01D111}"/>
          </ac:cxnSpMkLst>
        </pc:cxnChg>
      </pc:sldChg>
      <pc:sldMasterChg chg="delSldLayout">
        <pc:chgData name="Daniel Garcia Plaza" userId="993ffe56-cbd8-4ba8-a445-7c6a4d949d9c" providerId="ADAL" clId="{B6912B92-5E2D-4097-B1C7-544EE6DD613F}" dt="2026-05-08T09:32:17.110" v="448" actId="47"/>
        <pc:sldMasterMkLst>
          <pc:docMk/>
          <pc:sldMasterMk cId="797142436" sldId="2147483660"/>
        </pc:sldMasterMkLst>
        <pc:sldLayoutChg chg="del">
          <pc:chgData name="Daniel Garcia Plaza" userId="993ffe56-cbd8-4ba8-a445-7c6a4d949d9c" providerId="ADAL" clId="{B6912B92-5E2D-4097-B1C7-544EE6DD613F}" dt="2026-05-07T13:27:25.916" v="381" actId="47"/>
          <pc:sldLayoutMkLst>
            <pc:docMk/>
            <pc:sldMasterMk cId="797142436" sldId="2147483660"/>
            <pc:sldLayoutMk cId="3528804676" sldId="2147483673"/>
          </pc:sldLayoutMkLst>
        </pc:sldLayoutChg>
        <pc:sldLayoutChg chg="del">
          <pc:chgData name="Daniel Garcia Plaza" userId="993ffe56-cbd8-4ba8-a445-7c6a4d949d9c" providerId="ADAL" clId="{B6912B92-5E2D-4097-B1C7-544EE6DD613F}" dt="2026-05-07T13:23:59.086" v="359" actId="47"/>
          <pc:sldLayoutMkLst>
            <pc:docMk/>
            <pc:sldMasterMk cId="797142436" sldId="2147483660"/>
            <pc:sldLayoutMk cId="3588498060" sldId="2147483674"/>
          </pc:sldLayoutMkLst>
        </pc:sldLayoutChg>
        <pc:sldLayoutChg chg="del">
          <pc:chgData name="Daniel Garcia Plaza" userId="993ffe56-cbd8-4ba8-a445-7c6a4d949d9c" providerId="ADAL" clId="{B6912B92-5E2D-4097-B1C7-544EE6DD613F}" dt="2026-05-08T09:32:17.110" v="448" actId="47"/>
          <pc:sldLayoutMkLst>
            <pc:docMk/>
            <pc:sldMasterMk cId="797142436" sldId="2147483660"/>
            <pc:sldLayoutMk cId="580403774" sldId="2147483675"/>
          </pc:sldLayoutMkLst>
        </pc:sldLayoutChg>
      </pc:sldMasterChg>
    </pc:docChg>
  </pc:docChgLst>
  <pc:docChgLst>
    <pc:chgData name="Lídia Ocaña" userId="S::locana@damm.com::01b84e53-c7b2-433b-b1ed-1fc33d0833da" providerId="AD" clId="Web-{A12AE9DD-87EB-09BA-63EB-72E9EB953B21}"/>
    <pc:docChg chg="modSld">
      <pc:chgData name="Lídia Ocaña" userId="S::locana@damm.com::01b84e53-c7b2-433b-b1ed-1fc33d0833da" providerId="AD" clId="Web-{A12AE9DD-87EB-09BA-63EB-72E9EB953B21}" dt="2026-05-08T22:49:25.989" v="0" actId="14100"/>
      <pc:docMkLst>
        <pc:docMk/>
      </pc:docMkLst>
      <pc:sldChg chg="modSp">
        <pc:chgData name="Lídia Ocaña" userId="S::locana@damm.com::01b84e53-c7b2-433b-b1ed-1fc33d0833da" providerId="AD" clId="Web-{A12AE9DD-87EB-09BA-63EB-72E9EB953B21}" dt="2026-05-08T22:49:25.989" v="0" actId="14100"/>
        <pc:sldMkLst>
          <pc:docMk/>
          <pc:sldMk cId="3199399613" sldId="2588"/>
        </pc:sldMkLst>
        <pc:spChg chg="mod">
          <ac:chgData name="Lídia Ocaña" userId="S::locana@damm.com::01b84e53-c7b2-433b-b1ed-1fc33d0833da" providerId="AD" clId="Web-{A12AE9DD-87EB-09BA-63EB-72E9EB953B21}" dt="2026-05-08T22:49:25.989" v="0" actId="14100"/>
          <ac:spMkLst>
            <pc:docMk/>
            <pc:sldMk cId="3199399613" sldId="2588"/>
            <ac:spMk id="12" creationId="{FF45C852-185D-9685-1A2B-085FE769A1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788E8-375E-468F-B684-9F65F35444FA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8321D-CC1C-4EF8-8BF3-9331DD76D1E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458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8321D-CC1C-4EF8-8BF3-9331DD76D1E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6188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Explicar que estos accesos son para todos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329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668B-9BF4-4AD2-47F2-B962619D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23605A-6458-5517-40BD-7813710D3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64D5D3-C0AF-09D0-B3A7-EC04D65C0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CD30D5-0D36-6C85-055D-52C573876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8321D-CC1C-4EF8-8BF3-9331DD76D1E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4106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2E19-20AF-E0F6-986E-941A5E36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9D39E-4A0D-DE7A-5199-E0C8E0DE5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DCC37-91CB-4483-572D-43036980E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Explicar que estos accesos son para todos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FD9C0-6A7C-B9BA-BFB3-541ACAF70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760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flor&#10;&#10;Descripción generada automáticamente">
            <a:extLst>
              <a:ext uri="{FF2B5EF4-FFF2-40B4-BE49-F238E27FC236}">
                <a16:creationId xmlns:a16="http://schemas.microsoft.com/office/drawing/2014/main" id="{18451D7B-10A6-4DC9-9E0D-1FF15F5D0A8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23"/>
            <a:ext cx="12192000" cy="230777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0863C5-ECAE-448B-B305-7232F30FF7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s-ES" sz="6000">
                <a:effectLst/>
              </a:defRPr>
            </a:lvl1pPr>
          </a:lstStyle>
          <a:p>
            <a:r>
              <a:rPr lang="es-ES" sz="6000" dirty="0">
                <a:effectLst/>
                <a:latin typeface="DOCK11"/>
                <a:ea typeface="Lato"/>
                <a:cs typeface="Times New Roman" panose="02020603050405020304" pitchFamily="18" charset="0"/>
              </a:rPr>
              <a:t>TITULO</a:t>
            </a:r>
            <a:endParaRPr lang="es-ES" sz="1100" dirty="0">
              <a:effectLst/>
              <a:latin typeface="Lato"/>
              <a:ea typeface="Lato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94DE58-3E09-4545-B195-5E4D8EDC5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endParaRPr lang="es-ES" sz="2400" dirty="0">
              <a:effectLst/>
              <a:latin typeface="DOCK11"/>
              <a:cs typeface="Times New Roman" panose="02020603050405020304" pitchFamily="18" charset="0"/>
            </a:endParaRPr>
          </a:p>
          <a:p>
            <a:r>
              <a:rPr lang="es-ES" sz="2400" dirty="0">
                <a:effectLst/>
                <a:latin typeface="DOCK11"/>
                <a:cs typeface="Times New Roman" panose="02020603050405020304" pitchFamily="18" charset="0"/>
              </a:rPr>
              <a:t>SUBTITULO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53F96-45E0-4A6E-B78E-ADE3F064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0BAB81-479D-49E3-8108-C3169A28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20FCC-1601-49E2-80F1-39C92004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3DAA62-82B1-48D3-A4C9-F802050B3327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18" y="5898243"/>
            <a:ext cx="148653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0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competencia de atletismo, tabla&#10;&#10;Descripción generada automáticamente">
            <a:extLst>
              <a:ext uri="{FF2B5EF4-FFF2-40B4-BE49-F238E27FC236}">
                <a16:creationId xmlns:a16="http://schemas.microsoft.com/office/drawing/2014/main" id="{D67D4654-227D-479E-B949-5C09E36EE222}"/>
              </a:ext>
            </a:extLst>
          </p:cNvPr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58"/>
          <a:stretch/>
        </p:blipFill>
        <p:spPr bwMode="auto">
          <a:xfrm>
            <a:off x="0" y="4223658"/>
            <a:ext cx="12192000" cy="2634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2EAF726-C9C7-4C55-9C67-1748E8D07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lang="pt-PT" sz="3600" b="1" smtClean="0">
                <a:effectLst/>
                <a:latin typeface="DOCK11"/>
              </a:defRPr>
            </a:lvl1pPr>
          </a:lstStyle>
          <a:p>
            <a:r>
              <a:rPr lang="es-ES" dirty="0"/>
              <a:t>DOCK36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4A052-1DC2-438A-995B-81061E1327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lang="es-ES" sz="2400" smtClean="0">
                <a:effectLst/>
                <a:latin typeface="Lato"/>
              </a:defRPr>
            </a:lvl1pPr>
          </a:lstStyle>
          <a:p>
            <a:pPr lvl="0"/>
            <a:r>
              <a:rPr lang="es-ES" dirty="0"/>
              <a:t>LATO 24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C67DF-69EE-499B-83A9-56E644DD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66146-EBBC-4D1C-BADF-325124DF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A6723-4BA0-4037-97E2-D64A9940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080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18FE4-FC15-4555-9E3C-74BA1B7E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 algn="ctr">
              <a:defRPr sz="6000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899259-F87E-41EC-871C-EE8F0C90B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DOCK11"/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s-ES" dirty="0"/>
          </a:p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BA86F6-480B-4BED-AC32-8DB800CC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B23B8-76BC-443D-920A-A464D834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FD7C5-8D73-4566-8F9C-817B6C75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988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FFA4F-76F4-45C0-A4DA-9C8129A6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2CC636-83A7-415A-B052-CE2EE661C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194" y="1167633"/>
            <a:ext cx="5181600" cy="435133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004D73-7846-422A-A570-0D727E3C0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167633"/>
            <a:ext cx="5181600" cy="435133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6B989-CA90-48E9-8B49-F2917522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1F7662-92EC-4B50-B951-415B9BCF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3D2151-1308-4E20-BCEC-998EA455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070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A1F7-B9F7-423E-AA7C-1CEC37ED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63062"/>
            <a:ext cx="10515600" cy="882870"/>
          </a:xfrm>
        </p:spPr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49513-8DE1-45C9-A4B0-E145F624E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3515" y="1185864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DOCK11"/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DFD52-4E95-47A7-8F83-7A8E826E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515" y="2009776"/>
            <a:ext cx="5157787" cy="368458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5B6C06-F2E9-4B8C-80C0-294ADB3C3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85864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DOCK11"/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F0116D-0565-49F8-BE17-9CDD4F16B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009776"/>
            <a:ext cx="5183188" cy="368458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B709D7-55DB-426A-BC59-639B6B37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D772AE-B738-4FDA-99F9-EB540932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66CF13-A2D8-4739-AB9A-BDB42BE6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740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70AF2-1455-44F9-827F-77B0D2D0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414C56-AF2B-422E-A174-864ED3A3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701903-257F-466B-904F-6E1FBDEA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F2EFC8-4EE9-456D-B5B7-65B06323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65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C6B3A1-132F-4CBE-AB56-0E114119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08/05/2026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AC04CD-3727-436A-8046-11E18313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87C4C-FE7C-4838-8326-1633E32B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851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3DA77-D295-48DD-96F1-32E626E7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>
                <a:latin typeface="Lato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DD04D-3238-4690-A672-B598D38BA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>
                <a:latin typeface="Lato"/>
              </a:defRPr>
            </a:lvl1pPr>
            <a:lvl2pPr>
              <a:defRPr sz="2800">
                <a:latin typeface="Lato"/>
              </a:defRPr>
            </a:lvl2pPr>
            <a:lvl3pPr>
              <a:defRPr sz="2400">
                <a:latin typeface="Lato"/>
              </a:defRPr>
            </a:lvl3pPr>
            <a:lvl4pPr>
              <a:defRPr sz="2000">
                <a:latin typeface="Lato"/>
              </a:defRPr>
            </a:lvl4pPr>
            <a:lvl5pPr>
              <a:defRPr sz="2000">
                <a:latin typeface="Lato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C17926-A023-4463-90DA-68E87F923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Lato"/>
              </a:defRPr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1A4CB-AF13-4F37-A065-FDFF5AB5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640A82-35FE-4DF7-AAED-E06C1C1A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5412DE-030E-4B44-808E-6BFB7D3E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541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6DAE3-1F65-4FA8-953F-A350FBC2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>
                <a:latin typeface="Lato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C1B081-DD75-49AB-9BA3-9B85D4562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>
                <a:latin typeface="Lato"/>
              </a:defRPr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03EA14-6EB3-4080-98FF-3305E64B7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Lato"/>
              </a:defRPr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BF1406-0BE3-4751-BF0D-2B3358C7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82166-1DC6-457B-B87B-CD55539F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C6F2A5-DDAF-4B1F-A5F8-B2915ADE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952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395B3-ADE5-4C9C-BBDD-9223F066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F10C7-EC3F-4BAB-B575-15E160ACB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7E744-AC71-4365-8C6D-7D752BFE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641F08-F0BC-4AF3-9196-EAA35E4E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333837-4F4C-4CAF-A9D0-7442D602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590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57C68-02F7-427B-B376-3B2E79F1D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1412D-DC1F-49CC-B958-A4373E7CA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EDE30F-725F-4D36-93B4-E720F0DA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AD789F-3AC3-42F0-8ACE-182933AB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75C27-0127-4036-BA54-2DF9B8C4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0986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2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0" imgH="420" progId="TCLayout.ActiveDocument.1">
                  <p:embed/>
                </p:oleObj>
              </mc:Choice>
              <mc:Fallback>
                <p:oleObj name="Diapositiva de think-cell" r:id="rId3" imgW="420" imgH="420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2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23467" y="194528"/>
            <a:ext cx="8861538" cy="288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baseline="0" dirty="0">
                <a:solidFill>
                  <a:schemeClr val="tx1"/>
                </a:solidFill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pPr marL="0" lvl="0" indent="0"/>
            <a:r>
              <a:rPr lang="es-ES" noProof="0" dirty="0" err="1"/>
              <a:t>Title</a:t>
            </a:r>
            <a:r>
              <a:rPr lang="es-ES" noProof="0" dirty="0"/>
              <a:t> (Century Gothic 12)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523466" y="6505442"/>
            <a:ext cx="11076923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687034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GB" sz="800" b="0" kern="0" baseline="0"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pPr marL="0" marR="0" lvl="0" indent="0" algn="l" defTabSz="687034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800" b="0" kern="0" dirty="0" err="1"/>
              <a:t>Footnotes</a:t>
            </a:r>
            <a:r>
              <a:rPr lang="es-ES" sz="800" b="0" kern="0" baseline="0" dirty="0"/>
              <a:t> (Century Gothic 8)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523463" y="555819"/>
            <a:ext cx="11254155" cy="576000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pPr lvl="0"/>
            <a:r>
              <a:rPr lang="es-ES" dirty="0" err="1"/>
              <a:t>Headline</a:t>
            </a:r>
            <a:r>
              <a:rPr lang="es-ES" dirty="0"/>
              <a:t> (Century Gothic 16)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fld id="{FAE46B2D-1331-4789-8ED2-C0BF7B5B3C52}" type="slidenum">
              <a:rPr lang="es-ES" smtClean="0">
                <a:solidFill>
                  <a:srgbClr val="000000"/>
                </a:solidFill>
              </a:rPr>
              <a:pPr/>
              <a:t>‹Nº›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478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70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BD0E4A-98A0-4C44-81DD-92D31342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63253"/>
            <a:ext cx="10515600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3600" b="1" dirty="0">
                <a:effectLst/>
                <a:latin typeface="DOCK11"/>
              </a:rPr>
              <a:t>DOCK36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DB7A36-D2FA-40AE-B889-3D4D22E4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1240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z="2800" dirty="0">
                <a:effectLst/>
                <a:latin typeface="Lato"/>
                <a:ea typeface="Lato"/>
                <a:cs typeface="Times New Roman" panose="02020603050405020304" pitchFamily="18" charset="0"/>
              </a:rPr>
              <a:t>PRIMER NIVEL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289EB-8F11-4D94-AEE7-929A9F4D1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A6B70-5760-4274-8640-AD5AA877E060}" type="datetimeFigureOut">
              <a:rPr lang="es-ES" smtClean="0"/>
              <a:t>08/05/2026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3AAB0-F770-4839-A73B-3183CD193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A167A-F6CA-4079-BFB8-CB166CB70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Imagen que contiene competencia de atletismo, tabla&#10;&#10;Descripción generada automáticamente">
            <a:extLst>
              <a:ext uri="{FF2B5EF4-FFF2-40B4-BE49-F238E27FC236}">
                <a16:creationId xmlns:a16="http://schemas.microsoft.com/office/drawing/2014/main" id="{75DE36DC-BDC2-4A73-B750-7D7693B4DF5B}"/>
              </a:ext>
            </a:extLst>
          </p:cNvPr>
          <p:cNvPicPr/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58"/>
          <a:stretch/>
        </p:blipFill>
        <p:spPr bwMode="auto">
          <a:xfrm>
            <a:off x="0" y="4223658"/>
            <a:ext cx="12192000" cy="2634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09CF42-7C55-4727-B2C8-A00947051067}"/>
              </a:ext>
            </a:extLst>
          </p:cNvPr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18" y="136527"/>
            <a:ext cx="1486535" cy="371475"/>
          </a:xfrm>
          <a:prstGeom prst="rect">
            <a:avLst/>
          </a:prstGeom>
        </p:spPr>
      </p:pic>
      <p:sp>
        <p:nvSpPr>
          <p:cNvPr id="9" name="Line 45">
            <a:extLst>
              <a:ext uri="{FF2B5EF4-FFF2-40B4-BE49-F238E27FC236}">
                <a16:creationId xmlns:a16="http://schemas.microsoft.com/office/drawing/2014/main" id="{384AF3AE-8E63-4587-B617-68D41F22E4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27063" y="952007"/>
            <a:ext cx="7983538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tIns="91440" bIns="91440"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kumimoji="0" lang="es-MX" sz="1801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714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DOCK11"/>
          <a:ea typeface="+mj-ea"/>
          <a:cs typeface="+mj-cs"/>
        </a:defRPr>
      </a:lvl1pPr>
    </p:titleStyle>
    <p:bodyStyle>
      <a:lvl1pPr marL="228606" indent="-228606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/>
          <a:ea typeface="+mn-ea"/>
          <a:cs typeface="+mn-cs"/>
        </a:defRPr>
      </a:lvl2pPr>
      <a:lvl3pPr marL="1143028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/>
          <a:ea typeface="+mn-ea"/>
          <a:cs typeface="+mn-cs"/>
        </a:defRPr>
      </a:lvl3pPr>
      <a:lvl4pPr marL="1600240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ato"/>
          <a:ea typeface="+mn-ea"/>
          <a:cs typeface="+mn-cs"/>
        </a:defRPr>
      </a:lvl4pPr>
      <a:lvl5pPr marL="2057451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ato"/>
          <a:ea typeface="+mn-ea"/>
          <a:cs typeface="+mn-cs"/>
        </a:defRPr>
      </a:lvl5pPr>
      <a:lvl6pPr marL="251466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9D7F-3994-441B-9A9E-C2BF3BFC4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3163"/>
            <a:ext cx="9144000" cy="2387600"/>
          </a:xfrm>
        </p:spPr>
        <p:txBody>
          <a:bodyPr/>
          <a:lstStyle/>
          <a:p>
            <a:r>
              <a:rPr lang="es-ES" dirty="0"/>
              <a:t>INTERHACK Barcelona 2026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A25BB09-1958-6FBF-53AA-AA25EAEFF9F0}"/>
              </a:ext>
            </a:extLst>
          </p:cNvPr>
          <p:cNvSpPr txBox="1">
            <a:spLocks/>
          </p:cNvSpPr>
          <p:nvPr/>
        </p:nvSpPr>
        <p:spPr>
          <a:xfrm>
            <a:off x="9716806" y="5409288"/>
            <a:ext cx="2862469" cy="45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22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11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2pPr>
            <a:lvl3pPr marL="914422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1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3pPr>
            <a:lvl4pPr marL="1371635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4pPr>
            <a:lvl5pPr marL="1828846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5pPr>
            <a:lvl6pPr marL="2286057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81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92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09/10/2026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040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3200" dirty="0"/>
              <a:t>Datos en cliente y datos en ruta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6A137A-28ED-85E7-63B5-C67EA0A3D905}"/>
              </a:ext>
            </a:extLst>
          </p:cNvPr>
          <p:cNvSpPr/>
          <p:nvPr/>
        </p:nvSpPr>
        <p:spPr>
          <a:xfrm>
            <a:off x="8192450" y="257920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 91…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BADBBE-E41D-9552-4F54-1E61B4AC1725}"/>
              </a:ext>
            </a:extLst>
          </p:cNvPr>
          <p:cNvSpPr/>
          <p:nvPr/>
        </p:nvSpPr>
        <p:spPr>
          <a:xfrm>
            <a:off x="1321665" y="257920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Ruta (DR…)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22DDED-A313-4214-A222-F589659D3420}"/>
              </a:ext>
            </a:extLst>
          </p:cNvPr>
          <p:cNvSpPr/>
          <p:nvPr/>
        </p:nvSpPr>
        <p:spPr>
          <a:xfrm>
            <a:off x="8163614" y="377056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DD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F0B630-7EED-58F2-1B7A-EE30FDD5CA6E}"/>
              </a:ext>
            </a:extLst>
          </p:cNvPr>
          <p:cNvSpPr/>
          <p:nvPr/>
        </p:nvSpPr>
        <p:spPr>
          <a:xfrm>
            <a:off x="8192450" y="4939998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N.º  Prioridad VIAJE</a:t>
            </a:r>
          </a:p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E3B454-6D31-D9BA-2E46-10B5354009E2}"/>
              </a:ext>
            </a:extLst>
          </p:cNvPr>
          <p:cNvSpPr/>
          <p:nvPr/>
        </p:nvSpPr>
        <p:spPr>
          <a:xfrm>
            <a:off x="1336083" y="387201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Ruta (85..)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F29C06-1411-A2C1-5A5F-071D560FA8C0}"/>
              </a:ext>
            </a:extLst>
          </p:cNvPr>
          <p:cNvSpPr/>
          <p:nvPr/>
        </p:nvSpPr>
        <p:spPr>
          <a:xfrm>
            <a:off x="1217691" y="7739776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4C4353-D116-CF66-7CAD-DB2867A6ECF9}"/>
              </a:ext>
            </a:extLst>
          </p:cNvPr>
          <p:cNvSpPr/>
          <p:nvPr/>
        </p:nvSpPr>
        <p:spPr>
          <a:xfrm>
            <a:off x="8192450" y="770273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F73F93A-963B-6928-988D-CC3CC0F7DE9D}"/>
              </a:ext>
            </a:extLst>
          </p:cNvPr>
          <p:cNvCxnSpPr>
            <a:cxnSpLocks/>
          </p:cNvCxnSpPr>
          <p:nvPr/>
        </p:nvCxnSpPr>
        <p:spPr>
          <a:xfrm>
            <a:off x="5758778" y="2708910"/>
            <a:ext cx="0" cy="3921468"/>
          </a:xfrm>
          <a:prstGeom prst="straightConnector1">
            <a:avLst/>
          </a:prstGeom>
          <a:ln w="44450">
            <a:solidFill>
              <a:srgbClr val="F259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A7063EB-0D4F-DBD8-BD0F-CECEA15C75BC}"/>
              </a:ext>
            </a:extLst>
          </p:cNvPr>
          <p:cNvSpPr txBox="1">
            <a:spLocks/>
          </p:cNvSpPr>
          <p:nvPr/>
        </p:nvSpPr>
        <p:spPr>
          <a:xfrm>
            <a:off x="1444775" y="1826682"/>
            <a:ext cx="2146852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3600" b="1" kern="1200" smtClean="0">
                <a:solidFill>
                  <a:schemeClr val="tx1"/>
                </a:solidFill>
                <a:effectLst/>
                <a:latin typeface="DOCK11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3200" dirty="0"/>
              <a:t>Rutas DR</a:t>
            </a:r>
            <a:endParaRPr lang="es-E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BD0A49-AB0B-8361-AF2C-30189CDB216C}"/>
              </a:ext>
            </a:extLst>
          </p:cNvPr>
          <p:cNvSpPr txBox="1">
            <a:spLocks/>
          </p:cNvSpPr>
          <p:nvPr/>
        </p:nvSpPr>
        <p:spPr>
          <a:xfrm>
            <a:off x="8600375" y="1820156"/>
            <a:ext cx="1879986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3600" b="1" kern="1200" smtClean="0">
                <a:solidFill>
                  <a:schemeClr val="tx1"/>
                </a:solidFill>
                <a:effectLst/>
                <a:latin typeface="DOCK11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3200" dirty="0"/>
              <a:t>Cliente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3A3133-0B76-42E3-D381-AD0DA0B8C25D}"/>
              </a:ext>
            </a:extLst>
          </p:cNvPr>
          <p:cNvSpPr/>
          <p:nvPr/>
        </p:nvSpPr>
        <p:spPr>
          <a:xfrm>
            <a:off x="1393370" y="5094516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C1C3730-4FBA-35AB-FBB4-4986641E445B}"/>
              </a:ext>
            </a:extLst>
          </p:cNvPr>
          <p:cNvSpPr/>
          <p:nvPr/>
        </p:nvSpPr>
        <p:spPr>
          <a:xfrm>
            <a:off x="8192450" y="580682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2120A9-DC67-3AFD-542F-8DA6F445B5CB}"/>
              </a:ext>
            </a:extLst>
          </p:cNvPr>
          <p:cNvSpPr/>
          <p:nvPr/>
        </p:nvSpPr>
        <p:spPr>
          <a:xfrm>
            <a:off x="7128510" y="1469805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 91…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A89864-5A66-60BA-FA66-BD23EFA791D5}"/>
              </a:ext>
            </a:extLst>
          </p:cNvPr>
          <p:cNvSpPr/>
          <p:nvPr/>
        </p:nvSpPr>
        <p:spPr>
          <a:xfrm>
            <a:off x="3138739" y="1469805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Ruta (DR…)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E2EB1A2-CB90-C719-D2E2-A1150170CFAC}"/>
              </a:ext>
            </a:extLst>
          </p:cNvPr>
          <p:cNvSpPr/>
          <p:nvPr/>
        </p:nvSpPr>
        <p:spPr>
          <a:xfrm>
            <a:off x="5153129" y="1469805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Zonas (DD..)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24A19AF-0CFE-1BE2-7EF2-66C8A300EB8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655567" y="1747950"/>
            <a:ext cx="497562" cy="0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34DF97E-663D-F153-48B0-CD01C764FE98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6669957" y="1747950"/>
            <a:ext cx="458553" cy="0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B27559C-02C4-4112-F24A-898121A82809}"/>
              </a:ext>
            </a:extLst>
          </p:cNvPr>
          <p:cNvSpPr/>
          <p:nvPr/>
        </p:nvSpPr>
        <p:spPr>
          <a:xfrm>
            <a:off x="3263714" y="944107"/>
            <a:ext cx="1266878" cy="34514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Repartidor DR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EE38821-19F7-4877-EF8B-EA044EF06B70}"/>
              </a:ext>
            </a:extLst>
          </p:cNvPr>
          <p:cNvCxnSpPr>
            <a:cxnSpLocks/>
            <a:stCxn id="21" idx="2"/>
            <a:endCxn id="13" idx="0"/>
          </p:cNvCxnSpPr>
          <p:nvPr/>
        </p:nvCxnSpPr>
        <p:spPr>
          <a:xfrm>
            <a:off x="3897153" y="1289247"/>
            <a:ext cx="0" cy="180558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49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5727-7052-BF73-BEE9-5669BB0C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BAFD-B384-BDB4-DC2D-853D5DE6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10" y="280386"/>
            <a:ext cx="8555149" cy="1217337"/>
          </a:xfrm>
        </p:spPr>
        <p:txBody>
          <a:bodyPr anchor="t">
            <a:normAutofit/>
          </a:bodyPr>
          <a:lstStyle/>
          <a:p>
            <a:r>
              <a:rPr lang="en-US"/>
              <a:t> Lay out </a:t>
            </a:r>
            <a:r>
              <a:rPr lang="en-US" err="1"/>
              <a:t>Almacén</a:t>
            </a:r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6C08C14-653D-1741-4A53-16010D336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77294" y="-104845"/>
            <a:ext cx="4703793" cy="726356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BDC395-B82D-E4F7-0D0A-111AF8756064}"/>
              </a:ext>
            </a:extLst>
          </p:cNvPr>
          <p:cNvSpPr txBox="1"/>
          <p:nvPr/>
        </p:nvSpPr>
        <p:spPr>
          <a:xfrm>
            <a:off x="8077359" y="1262939"/>
            <a:ext cx="38098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Las ubicaciones se identifican mediante un código alfanumérico.</a:t>
            </a:r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Los productos se organizan según su tipo y su capacidad de apilado (barriles, retornables, latas, cajas).</a:t>
            </a:r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También se establece el orden de rotación por volumen.</a:t>
            </a:r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Camiones de 6 Palets(11) y 8 Palets (4) Furgoneta </a:t>
            </a:r>
            <a:r>
              <a:rPr lang="es-ES"/>
              <a:t>3 palets (1)</a:t>
            </a: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 </a:t>
            </a:r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47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0B76-3361-0344-A0DC-4D8764C2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6050-D3C7-E307-90CC-1B081BDC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3200" dirty="0"/>
              <a:t>Datos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913D07-D294-4826-EF48-44878BDC7D0C}"/>
              </a:ext>
            </a:extLst>
          </p:cNvPr>
          <p:cNvSpPr/>
          <p:nvPr/>
        </p:nvSpPr>
        <p:spPr>
          <a:xfrm>
            <a:off x="1217691" y="7739776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F2BCA2-0580-6553-2184-73E29ABE2BB6}"/>
              </a:ext>
            </a:extLst>
          </p:cNvPr>
          <p:cNvSpPr/>
          <p:nvPr/>
        </p:nvSpPr>
        <p:spPr>
          <a:xfrm>
            <a:off x="8192450" y="770273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45C852-185D-9685-1A2B-085FE769A1B2}"/>
              </a:ext>
            </a:extLst>
          </p:cNvPr>
          <p:cNvSpPr txBox="1"/>
          <p:nvPr/>
        </p:nvSpPr>
        <p:spPr>
          <a:xfrm>
            <a:off x="327948" y="1299270"/>
            <a:ext cx="110444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Ejemplos de documentación </a:t>
            </a:r>
            <a:r>
              <a:rPr lang="es-ES" dirty="0" err="1"/>
              <a:t>Fisica</a:t>
            </a:r>
            <a:endParaRPr lang="es-ES" dirty="0"/>
          </a:p>
          <a:p>
            <a:r>
              <a:rPr lang="es-ES" dirty="0"/>
              <a:t>Ejemplos de rutas con asignación de repartidores.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Simulación de Dos meses de datos.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Datos de materiales, ubicaciones en </a:t>
            </a:r>
            <a:r>
              <a:rPr lang="es-ES" dirty="0" err="1"/>
              <a:t>almacen</a:t>
            </a:r>
            <a:r>
              <a:rPr lang="es-ES" dirty="0"/>
              <a:t>, volumen, tipo.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Horario de entrega de clientes.*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s-E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s-ES" dirty="0"/>
          </a:p>
          <a:p>
            <a:pPr lvl="1"/>
            <a:endParaRPr lang="es-ES" dirty="0"/>
          </a:p>
          <a:p>
            <a:r>
              <a:rPr lang="es-ES" dirty="0"/>
              <a:t>Imágenes del almacén y esquema del </a:t>
            </a:r>
            <a:r>
              <a:rPr lang="es-ES" dirty="0" err="1"/>
              <a:t>layout</a:t>
            </a:r>
            <a:r>
              <a:rPr lang="es-ES" dirty="0"/>
              <a:t> actual.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Explicación del proceso</a:t>
            </a:r>
          </a:p>
          <a:p>
            <a:r>
              <a:rPr lang="es-ES" dirty="0"/>
              <a:t>información sobre cómo deciden actualmente la ruta los conductores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93996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A108D8BA914D44F839C01AB815EAEDC" ma:contentTypeVersion="14" ma:contentTypeDescription="Crear nuevo documento." ma:contentTypeScope="" ma:versionID="c6877ff9960570d627f8f9d48db5f15c">
  <xsd:schema xmlns:xsd="http://www.w3.org/2001/XMLSchema" xmlns:xs="http://www.w3.org/2001/XMLSchema" xmlns:p="http://schemas.microsoft.com/office/2006/metadata/properties" xmlns:ns3="3551dd82-79f9-462a-b6b9-a72eeb57d629" xmlns:ns4="cdfa123b-dc90-4101-851a-a073cdb7a714" targetNamespace="http://schemas.microsoft.com/office/2006/metadata/properties" ma:root="true" ma:fieldsID="1d353a91e4d0952d8927bacd6e4ae1db" ns3:_="" ns4:_="">
    <xsd:import namespace="3551dd82-79f9-462a-b6b9-a72eeb57d629"/>
    <xsd:import namespace="cdfa123b-dc90-4101-851a-a073cdb7a7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1dd82-79f9-462a-b6b9-a72eeb57d6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a123b-dc90-4101-851a-a073cdb7a71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174351-D94F-4C87-881E-C0411654D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A0C5DD-2E86-4A04-923D-1948B9621A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1dd82-79f9-462a-b6b9-a72eeb57d629"/>
    <ds:schemaRef ds:uri="cdfa123b-dc90-4101-851a-a073cdb7a7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4E2DAC-F115-43B7-8A9E-B02740AA4C39}">
  <ds:schemaRefs>
    <ds:schemaRef ds:uri="http://purl.org/dc/terms/"/>
    <ds:schemaRef ds:uri="cdfa123b-dc90-4101-851a-a073cdb7a714"/>
    <ds:schemaRef ds:uri="http://schemas.microsoft.com/office/2006/documentManagement/types"/>
    <ds:schemaRef ds:uri="http://purl.org/dc/dcmitype/"/>
    <ds:schemaRef ds:uri="http://schemas.microsoft.com/office/infopath/2007/PartnerControls"/>
    <ds:schemaRef ds:uri="3551dd82-79f9-462a-b6b9-a72eeb57d629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a36eb73-ba70-4cb4-9943-b6fa324b3334}" enabled="0" method="" siteId="{4a36eb73-ba70-4cb4-9943-b6fa324b33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3696</TotalTime>
  <Words>216</Words>
  <Application>Microsoft Office PowerPoint</Application>
  <PresentationFormat>Panorámica</PresentationFormat>
  <Paragraphs>53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1_Tema de Office</vt:lpstr>
      <vt:lpstr>INTERHACK Barcelona 2026</vt:lpstr>
      <vt:lpstr>Datos en cliente y datos en ruta</vt:lpstr>
      <vt:lpstr> Lay out Almacén</vt:lpstr>
      <vt:lpstr>Datos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Gonzalez Riesgo</dc:creator>
  <cp:lastModifiedBy>Daniel Garcia Plaza</cp:lastModifiedBy>
  <cp:revision>112</cp:revision>
  <dcterms:created xsi:type="dcterms:W3CDTF">2020-05-21T14:03:32Z</dcterms:created>
  <dcterms:modified xsi:type="dcterms:W3CDTF">2026-05-08T22:49:26Z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0x010100CA108D8BA914D44F839C01AB815EAEDC</vt:lpwstr>
  </property>
</Properties>
</file>