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57" r:id="rId5"/>
    <p:sldId id="880" r:id="rId6"/>
    <p:sldId id="874" r:id="rId7"/>
    <p:sldId id="865" r:id="rId8"/>
    <p:sldId id="879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5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04EB6D-1D80-457F-BB03-CA1C9BA9564B}" v="17" dt="2026-05-07T10:15:36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57143" autoAdjust="0"/>
  </p:normalViewPr>
  <p:slideViewPr>
    <p:cSldViewPr snapToGrid="0">
      <p:cViewPr varScale="1">
        <p:scale>
          <a:sx n="63" d="100"/>
          <a:sy n="63" d="100"/>
        </p:scale>
        <p:origin x="23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arcia Plaza" userId="993ffe56-cbd8-4ba8-a445-7c6a4d949d9c" providerId="ADAL" clId="{B6912B92-5E2D-4097-B1C7-544EE6DD613F}"/>
    <pc:docChg chg="undo custSel addSld delSld modSld">
      <pc:chgData name="Daniel Garcia Plaza" userId="993ffe56-cbd8-4ba8-a445-7c6a4d949d9c" providerId="ADAL" clId="{B6912B92-5E2D-4097-B1C7-544EE6DD613F}" dt="2026-05-07T10:15:50.623" v="113" actId="1076"/>
      <pc:docMkLst>
        <pc:docMk/>
      </pc:docMkLst>
      <pc:sldChg chg="addSp delSp modSp mod modNotesTx">
        <pc:chgData name="Daniel Garcia Plaza" userId="993ffe56-cbd8-4ba8-a445-7c6a4d949d9c" providerId="ADAL" clId="{B6912B92-5E2D-4097-B1C7-544EE6DD613F}" dt="2026-05-07T10:15:50.623" v="113" actId="1076"/>
        <pc:sldMkLst>
          <pc:docMk/>
          <pc:sldMk cId="1550409796" sldId="257"/>
        </pc:sldMkLst>
        <pc:spChg chg="mod">
          <ac:chgData name="Daniel Garcia Plaza" userId="993ffe56-cbd8-4ba8-a445-7c6a4d949d9c" providerId="ADAL" clId="{B6912B92-5E2D-4097-B1C7-544EE6DD613F}" dt="2026-05-07T10:15:50.623" v="113" actId="1076"/>
          <ac:spMkLst>
            <pc:docMk/>
            <pc:sldMk cId="1550409796" sldId="257"/>
            <ac:spMk id="2" creationId="{08309D7F-3994-441B-9A9E-C2BF3BFC4180}"/>
          </ac:spMkLst>
        </pc:spChg>
        <pc:spChg chg="del">
          <ac:chgData name="Daniel Garcia Plaza" userId="993ffe56-cbd8-4ba8-a445-7c6a4d949d9c" providerId="ADAL" clId="{B6912B92-5E2D-4097-B1C7-544EE6DD613F}" dt="2026-05-07T10:15:39.083" v="109" actId="478"/>
          <ac:spMkLst>
            <pc:docMk/>
            <pc:sldMk cId="1550409796" sldId="257"/>
            <ac:spMk id="3" creationId="{85376CAE-647E-4FB3-A767-370637607F07}"/>
          </ac:spMkLst>
        </pc:spChg>
        <pc:spChg chg="mod">
          <ac:chgData name="Daniel Garcia Plaza" userId="993ffe56-cbd8-4ba8-a445-7c6a4d949d9c" providerId="ADAL" clId="{B6912B92-5E2D-4097-B1C7-544EE6DD613F}" dt="2026-05-07T10:15:14.623" v="107" actId="20577"/>
          <ac:spMkLst>
            <pc:docMk/>
            <pc:sldMk cId="1550409796" sldId="257"/>
            <ac:spMk id="4" creationId="{8A25BB09-1958-6FBF-53AA-AA25EAEFF9F0}"/>
          </ac:spMkLst>
        </pc:spChg>
        <pc:spChg chg="add del mod">
          <ac:chgData name="Daniel Garcia Plaza" userId="993ffe56-cbd8-4ba8-a445-7c6a4d949d9c" providerId="ADAL" clId="{B6912B92-5E2D-4097-B1C7-544EE6DD613F}" dt="2026-05-07T10:15:41.315" v="110" actId="478"/>
          <ac:spMkLst>
            <pc:docMk/>
            <pc:sldMk cId="1550409796" sldId="257"/>
            <ac:spMk id="6" creationId="{0C2678C7-F91C-0DC6-F5E2-35F0D2C66ECD}"/>
          </ac:spMkLst>
        </pc:spChg>
      </pc:sldChg>
      <pc:sldChg chg="modNotesTx">
        <pc:chgData name="Daniel Garcia Plaza" userId="993ffe56-cbd8-4ba8-a445-7c6a4d949d9c" providerId="ADAL" clId="{B6912B92-5E2D-4097-B1C7-544EE6DD613F}" dt="2026-05-07T10:13:42.790" v="22" actId="6549"/>
        <pc:sldMkLst>
          <pc:docMk/>
          <pc:sldMk cId="837053329" sldId="865"/>
        </pc:sldMkLst>
      </pc:sldChg>
      <pc:sldChg chg="del">
        <pc:chgData name="Daniel Garcia Plaza" userId="993ffe56-cbd8-4ba8-a445-7c6a4d949d9c" providerId="ADAL" clId="{B6912B92-5E2D-4097-B1C7-544EE6DD613F}" dt="2026-05-07T10:11:33.601" v="3" actId="47"/>
        <pc:sldMkLst>
          <pc:docMk/>
          <pc:sldMk cId="3856825105" sldId="867"/>
        </pc:sldMkLst>
      </pc:sldChg>
      <pc:sldChg chg="del">
        <pc:chgData name="Daniel Garcia Plaza" userId="993ffe56-cbd8-4ba8-a445-7c6a4d949d9c" providerId="ADAL" clId="{B6912B92-5E2D-4097-B1C7-544EE6DD613F}" dt="2026-05-07T10:10:55.302" v="1" actId="47"/>
        <pc:sldMkLst>
          <pc:docMk/>
          <pc:sldMk cId="3837619748" sldId="869"/>
        </pc:sldMkLst>
      </pc:sldChg>
      <pc:sldChg chg="modNotesTx">
        <pc:chgData name="Daniel Garcia Plaza" userId="993ffe56-cbd8-4ba8-a445-7c6a4d949d9c" providerId="ADAL" clId="{B6912B92-5E2D-4097-B1C7-544EE6DD613F}" dt="2026-05-07T10:13:39.620" v="21" actId="6549"/>
        <pc:sldMkLst>
          <pc:docMk/>
          <pc:sldMk cId="466977960" sldId="874"/>
        </pc:sldMkLst>
      </pc:sldChg>
      <pc:sldChg chg="del">
        <pc:chgData name="Daniel Garcia Plaza" userId="993ffe56-cbd8-4ba8-a445-7c6a4d949d9c" providerId="ADAL" clId="{B6912B92-5E2D-4097-B1C7-544EE6DD613F}" dt="2026-05-07T10:12:46.316" v="13" actId="47"/>
        <pc:sldMkLst>
          <pc:docMk/>
          <pc:sldMk cId="3864020993" sldId="876"/>
        </pc:sldMkLst>
      </pc:sldChg>
      <pc:sldChg chg="del">
        <pc:chgData name="Daniel Garcia Plaza" userId="993ffe56-cbd8-4ba8-a445-7c6a4d949d9c" providerId="ADAL" clId="{B6912B92-5E2D-4097-B1C7-544EE6DD613F}" dt="2026-05-07T10:13:28.525" v="19" actId="47"/>
        <pc:sldMkLst>
          <pc:docMk/>
          <pc:sldMk cId="644380836" sldId="877"/>
        </pc:sldMkLst>
      </pc:sldChg>
      <pc:sldChg chg="del">
        <pc:chgData name="Daniel Garcia Plaza" userId="993ffe56-cbd8-4ba8-a445-7c6a4d949d9c" providerId="ADAL" clId="{B6912B92-5E2D-4097-B1C7-544EE6DD613F}" dt="2026-05-07T10:12:26.254" v="5" actId="47"/>
        <pc:sldMkLst>
          <pc:docMk/>
          <pc:sldMk cId="4201991739" sldId="878"/>
        </pc:sldMkLst>
      </pc:sldChg>
      <pc:sldChg chg="delSp modSp add mod delAnim">
        <pc:chgData name="Daniel Garcia Plaza" userId="993ffe56-cbd8-4ba8-a445-7c6a4d949d9c" providerId="ADAL" clId="{B6912B92-5E2D-4097-B1C7-544EE6DD613F}" dt="2026-05-07T10:14:56.176" v="99" actId="20577"/>
        <pc:sldMkLst>
          <pc:docMk/>
          <pc:sldMk cId="3285946563" sldId="880"/>
        </pc:sldMkLst>
        <pc:spChg chg="mod">
          <ac:chgData name="Daniel Garcia Plaza" userId="993ffe56-cbd8-4ba8-a445-7c6a4d949d9c" providerId="ADAL" clId="{B6912B92-5E2D-4097-B1C7-544EE6DD613F}" dt="2026-05-07T10:14:28.244" v="81" actId="5793"/>
          <ac:spMkLst>
            <pc:docMk/>
            <pc:sldMk cId="3285946563" sldId="880"/>
            <ac:spMk id="2" creationId="{D6DBEF72-715C-4751-0E3A-DD562F934B78}"/>
          </ac:spMkLst>
        </pc:spChg>
        <pc:spChg chg="del">
          <ac:chgData name="Daniel Garcia Plaza" userId="993ffe56-cbd8-4ba8-a445-7c6a4d949d9c" providerId="ADAL" clId="{B6912B92-5E2D-4097-B1C7-544EE6DD613F}" dt="2026-05-07T10:14:35.229" v="82" actId="478"/>
          <ac:spMkLst>
            <pc:docMk/>
            <pc:sldMk cId="3285946563" sldId="880"/>
            <ac:spMk id="3" creationId="{86991269-562F-70C3-5307-68169F3A541E}"/>
          </ac:spMkLst>
        </pc:spChg>
        <pc:spChg chg="del">
          <ac:chgData name="Daniel Garcia Plaza" userId="993ffe56-cbd8-4ba8-a445-7c6a4d949d9c" providerId="ADAL" clId="{B6912B92-5E2D-4097-B1C7-544EE6DD613F}" dt="2026-05-07T10:14:35.229" v="82" actId="478"/>
          <ac:spMkLst>
            <pc:docMk/>
            <pc:sldMk cId="3285946563" sldId="880"/>
            <ac:spMk id="4" creationId="{AE831226-FB5E-A16D-611A-84F6EB87C1F1}"/>
          </ac:spMkLst>
        </pc:spChg>
        <pc:spChg chg="del">
          <ac:chgData name="Daniel Garcia Plaza" userId="993ffe56-cbd8-4ba8-a445-7c6a4d949d9c" providerId="ADAL" clId="{B6912B92-5E2D-4097-B1C7-544EE6DD613F}" dt="2026-05-07T10:14:38.040" v="83" actId="478"/>
          <ac:spMkLst>
            <pc:docMk/>
            <pc:sldMk cId="3285946563" sldId="880"/>
            <ac:spMk id="10" creationId="{CBA4B507-1449-1DF1-BC91-9ED67FE76C71}"/>
          </ac:spMkLst>
        </pc:spChg>
        <pc:spChg chg="del">
          <ac:chgData name="Daniel Garcia Plaza" userId="993ffe56-cbd8-4ba8-a445-7c6a4d949d9c" providerId="ADAL" clId="{B6912B92-5E2D-4097-B1C7-544EE6DD613F}" dt="2026-05-07T10:14:35.229" v="82" actId="478"/>
          <ac:spMkLst>
            <pc:docMk/>
            <pc:sldMk cId="3285946563" sldId="880"/>
            <ac:spMk id="11" creationId="{455D1E3B-29F9-4B76-CAC0-FCF1EAD23205}"/>
          </ac:spMkLst>
        </pc:spChg>
        <pc:spChg chg="del">
          <ac:chgData name="Daniel Garcia Plaza" userId="993ffe56-cbd8-4ba8-a445-7c6a4d949d9c" providerId="ADAL" clId="{B6912B92-5E2D-4097-B1C7-544EE6DD613F}" dt="2026-05-07T10:14:35.229" v="82" actId="478"/>
          <ac:spMkLst>
            <pc:docMk/>
            <pc:sldMk cId="3285946563" sldId="880"/>
            <ac:spMk id="19" creationId="{210AC1FE-B13F-0EAA-D589-87ECAA6CCB39}"/>
          </ac:spMkLst>
        </pc:spChg>
        <pc:spChg chg="del">
          <ac:chgData name="Daniel Garcia Plaza" userId="993ffe56-cbd8-4ba8-a445-7c6a4d949d9c" providerId="ADAL" clId="{B6912B92-5E2D-4097-B1C7-544EE6DD613F}" dt="2026-05-07T10:14:38.040" v="83" actId="478"/>
          <ac:spMkLst>
            <pc:docMk/>
            <pc:sldMk cId="3285946563" sldId="880"/>
            <ac:spMk id="56" creationId="{B8AFDDB3-9A58-5D87-FC85-FB6B3D8216B0}"/>
          </ac:spMkLst>
        </pc:spChg>
        <pc:spChg chg="mod">
          <ac:chgData name="Daniel Garcia Plaza" userId="993ffe56-cbd8-4ba8-a445-7c6a4d949d9c" providerId="ADAL" clId="{B6912B92-5E2D-4097-B1C7-544EE6DD613F}" dt="2026-05-07T10:14:56.176" v="99" actId="20577"/>
          <ac:spMkLst>
            <pc:docMk/>
            <pc:sldMk cId="3285946563" sldId="880"/>
            <ac:spMk id="61" creationId="{70682BB4-FD19-B9B6-B83D-64D5DC49F5B6}"/>
          </ac:spMkLst>
        </pc:spChg>
        <pc:spChg chg="del">
          <ac:chgData name="Daniel Garcia Plaza" userId="993ffe56-cbd8-4ba8-a445-7c6a4d949d9c" providerId="ADAL" clId="{B6912B92-5E2D-4097-B1C7-544EE6DD613F}" dt="2026-05-07T10:14:35.229" v="82" actId="478"/>
          <ac:spMkLst>
            <pc:docMk/>
            <pc:sldMk cId="3285946563" sldId="880"/>
            <ac:spMk id="70" creationId="{ADB68B34-E1DF-58BB-3D83-A5E00E0FE722}"/>
          </ac:spMkLst>
        </pc:spChg>
        <pc:picChg chg="del">
          <ac:chgData name="Daniel Garcia Plaza" userId="993ffe56-cbd8-4ba8-a445-7c6a4d949d9c" providerId="ADAL" clId="{B6912B92-5E2D-4097-B1C7-544EE6DD613F}" dt="2026-05-07T10:14:38.040" v="83" actId="478"/>
          <ac:picMkLst>
            <pc:docMk/>
            <pc:sldMk cId="3285946563" sldId="880"/>
            <ac:picMk id="69" creationId="{09AC1380-461F-620B-E268-777D4E2D5E8D}"/>
          </ac:picMkLst>
        </pc:picChg>
        <pc:cxnChg chg="del mod">
          <ac:chgData name="Daniel Garcia Plaza" userId="993ffe56-cbd8-4ba8-a445-7c6a4d949d9c" providerId="ADAL" clId="{B6912B92-5E2D-4097-B1C7-544EE6DD613F}" dt="2026-05-07T10:14:35.229" v="82" actId="478"/>
          <ac:cxnSpMkLst>
            <pc:docMk/>
            <pc:sldMk cId="3285946563" sldId="880"/>
            <ac:cxnSpMk id="15" creationId="{300B1B6D-A163-4400-EE4A-A11E116A00EF}"/>
          </ac:cxnSpMkLst>
        </pc:cxnChg>
        <pc:cxnChg chg="del mod">
          <ac:chgData name="Daniel Garcia Plaza" userId="993ffe56-cbd8-4ba8-a445-7c6a4d949d9c" providerId="ADAL" clId="{B6912B92-5E2D-4097-B1C7-544EE6DD613F}" dt="2026-05-07T10:14:35.229" v="82" actId="478"/>
          <ac:cxnSpMkLst>
            <pc:docMk/>
            <pc:sldMk cId="3285946563" sldId="880"/>
            <ac:cxnSpMk id="17" creationId="{71B3EB6F-D1AB-CB28-21E8-E939A3E615DF}"/>
          </ac:cxnSpMkLst>
        </pc:cxnChg>
        <pc:cxnChg chg="del mod">
          <ac:chgData name="Daniel Garcia Plaza" userId="993ffe56-cbd8-4ba8-a445-7c6a4d949d9c" providerId="ADAL" clId="{B6912B92-5E2D-4097-B1C7-544EE6DD613F}" dt="2026-05-07T10:14:35.229" v="82" actId="478"/>
          <ac:cxnSpMkLst>
            <pc:docMk/>
            <pc:sldMk cId="3285946563" sldId="880"/>
            <ac:cxnSpMk id="20" creationId="{E3ACEB4E-6552-04A8-E0F4-9E51E8ADCA02}"/>
          </ac:cxnSpMkLst>
        </pc:cxnChg>
      </pc:sldChg>
      <pc:sldChg chg="del">
        <pc:chgData name="Daniel Garcia Plaza" userId="993ffe56-cbd8-4ba8-a445-7c6a4d949d9c" providerId="ADAL" clId="{B6912B92-5E2D-4097-B1C7-544EE6DD613F}" dt="2026-05-07T10:13:23.421" v="17" actId="47"/>
        <pc:sldMkLst>
          <pc:docMk/>
          <pc:sldMk cId="653475817" sldId="881"/>
        </pc:sldMkLst>
      </pc:sldChg>
      <pc:sldChg chg="del">
        <pc:chgData name="Daniel Garcia Plaza" userId="993ffe56-cbd8-4ba8-a445-7c6a4d949d9c" providerId="ADAL" clId="{B6912B92-5E2D-4097-B1C7-544EE6DD613F}" dt="2026-05-07T10:12:47.928" v="14" actId="47"/>
        <pc:sldMkLst>
          <pc:docMk/>
          <pc:sldMk cId="4108547855" sldId="882"/>
        </pc:sldMkLst>
      </pc:sldChg>
      <pc:sldChg chg="del">
        <pc:chgData name="Daniel Garcia Plaza" userId="993ffe56-cbd8-4ba8-a445-7c6a4d949d9c" providerId="ADAL" clId="{B6912B92-5E2D-4097-B1C7-544EE6DD613F}" dt="2026-05-07T10:13:24.618" v="18" actId="47"/>
        <pc:sldMkLst>
          <pc:docMk/>
          <pc:sldMk cId="608748440" sldId="883"/>
        </pc:sldMkLst>
      </pc:sldChg>
      <pc:sldChg chg="del">
        <pc:chgData name="Daniel Garcia Plaza" userId="993ffe56-cbd8-4ba8-a445-7c6a4d949d9c" providerId="ADAL" clId="{B6912B92-5E2D-4097-B1C7-544EE6DD613F}" dt="2026-05-07T10:13:19.410" v="15" actId="47"/>
        <pc:sldMkLst>
          <pc:docMk/>
          <pc:sldMk cId="1617654673" sldId="884"/>
        </pc:sldMkLst>
      </pc:sldChg>
      <pc:sldChg chg="del">
        <pc:chgData name="Daniel Garcia Plaza" userId="993ffe56-cbd8-4ba8-a445-7c6a4d949d9c" providerId="ADAL" clId="{B6912B92-5E2D-4097-B1C7-544EE6DD613F}" dt="2026-05-07T10:12:08.624" v="4" actId="47"/>
        <pc:sldMkLst>
          <pc:docMk/>
          <pc:sldMk cId="3175636270" sldId="885"/>
        </pc:sldMkLst>
      </pc:sldChg>
      <pc:sldChg chg="del">
        <pc:chgData name="Daniel Garcia Plaza" userId="993ffe56-cbd8-4ba8-a445-7c6a4d949d9c" providerId="ADAL" clId="{B6912B92-5E2D-4097-B1C7-544EE6DD613F}" dt="2026-05-07T10:10:53.436" v="0" actId="47"/>
        <pc:sldMkLst>
          <pc:docMk/>
          <pc:sldMk cId="3528724040" sldId="887"/>
        </pc:sldMkLst>
      </pc:sldChg>
      <pc:sldChg chg="del">
        <pc:chgData name="Daniel Garcia Plaza" userId="993ffe56-cbd8-4ba8-a445-7c6a4d949d9c" providerId="ADAL" clId="{B6912B92-5E2D-4097-B1C7-544EE6DD613F}" dt="2026-05-07T10:11:31.540" v="2" actId="47"/>
        <pc:sldMkLst>
          <pc:docMk/>
          <pc:sldMk cId="1391448469" sldId="889"/>
        </pc:sldMkLst>
      </pc:sldChg>
      <pc:sldChg chg="del">
        <pc:chgData name="Daniel Garcia Plaza" userId="993ffe56-cbd8-4ba8-a445-7c6a4d949d9c" providerId="ADAL" clId="{B6912B92-5E2D-4097-B1C7-544EE6DD613F}" dt="2026-05-07T10:12:40.738" v="12" actId="47"/>
        <pc:sldMkLst>
          <pc:docMk/>
          <pc:sldMk cId="3857187413" sldId="890"/>
        </pc:sldMkLst>
      </pc:sldChg>
      <pc:sldChg chg="del">
        <pc:chgData name="Daniel Garcia Plaza" userId="993ffe56-cbd8-4ba8-a445-7c6a4d949d9c" providerId="ADAL" clId="{B6912B92-5E2D-4097-B1C7-544EE6DD613F}" dt="2026-05-07T10:12:37.997" v="11" actId="47"/>
        <pc:sldMkLst>
          <pc:docMk/>
          <pc:sldMk cId="1234287776" sldId="891"/>
        </pc:sldMkLst>
      </pc:sldChg>
      <pc:sldChg chg="del">
        <pc:chgData name="Daniel Garcia Plaza" userId="993ffe56-cbd8-4ba8-a445-7c6a4d949d9c" providerId="ADAL" clId="{B6912B92-5E2D-4097-B1C7-544EE6DD613F}" dt="2026-05-07T10:12:32.987" v="9" actId="47"/>
        <pc:sldMkLst>
          <pc:docMk/>
          <pc:sldMk cId="3248604936" sldId="892"/>
        </pc:sldMkLst>
      </pc:sldChg>
      <pc:sldChg chg="del">
        <pc:chgData name="Daniel Garcia Plaza" userId="993ffe56-cbd8-4ba8-a445-7c6a4d949d9c" providerId="ADAL" clId="{B6912B92-5E2D-4097-B1C7-544EE6DD613F}" dt="2026-05-07T10:12:34.779" v="10" actId="47"/>
        <pc:sldMkLst>
          <pc:docMk/>
          <pc:sldMk cId="3973385579" sldId="893"/>
        </pc:sldMkLst>
      </pc:sldChg>
      <pc:sldChg chg="del">
        <pc:chgData name="Daniel Garcia Plaza" userId="993ffe56-cbd8-4ba8-a445-7c6a4d949d9c" providerId="ADAL" clId="{B6912B92-5E2D-4097-B1C7-544EE6DD613F}" dt="2026-05-07T10:13:20.771" v="16" actId="47"/>
        <pc:sldMkLst>
          <pc:docMk/>
          <pc:sldMk cId="3653142001" sldId="895"/>
        </pc:sldMkLst>
      </pc:sldChg>
      <pc:sldChg chg="del">
        <pc:chgData name="Daniel Garcia Plaza" userId="993ffe56-cbd8-4ba8-a445-7c6a4d949d9c" providerId="ADAL" clId="{B6912B92-5E2D-4097-B1C7-544EE6DD613F}" dt="2026-05-07T10:12:31.794" v="8" actId="47"/>
        <pc:sldMkLst>
          <pc:docMk/>
          <pc:sldMk cId="1140126670" sldId="896"/>
        </pc:sldMkLst>
      </pc:sldChg>
      <pc:sldChg chg="del">
        <pc:chgData name="Daniel Garcia Plaza" userId="993ffe56-cbd8-4ba8-a445-7c6a4d949d9c" providerId="ADAL" clId="{B6912B92-5E2D-4097-B1C7-544EE6DD613F}" dt="2026-05-07T10:12:29.967" v="7" actId="47"/>
        <pc:sldMkLst>
          <pc:docMk/>
          <pc:sldMk cId="294769561" sldId="897"/>
        </pc:sldMkLst>
      </pc:sldChg>
      <pc:sldChg chg="del">
        <pc:chgData name="Daniel Garcia Plaza" userId="993ffe56-cbd8-4ba8-a445-7c6a4d949d9c" providerId="ADAL" clId="{B6912B92-5E2D-4097-B1C7-544EE6DD613F}" dt="2026-05-07T10:12:27.227" v="6" actId="47"/>
        <pc:sldMkLst>
          <pc:docMk/>
          <pc:sldMk cId="1953987833" sldId="8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788E8-375E-468F-B684-9F65F35444FA}" type="datetimeFigureOut">
              <a:rPr lang="es-ES" smtClean="0"/>
              <a:t>07/05/2026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8321D-CC1C-4EF8-8BF3-9331DD76D1E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458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8321D-CC1C-4EF8-8BF3-9331DD76D1E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6188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788AB-BB94-3DA5-5193-732443C5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94BB5-684B-94F1-0ADB-4B47FE815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7A6CE-BAC3-26C9-8D93-4D45CDA6B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DCB79-BAFD-4C94-72F4-C80DE77E8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63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9734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3114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Explicar que estos accesos son para todos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329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flor&#10;&#10;Descripción generada automáticamente">
            <a:extLst>
              <a:ext uri="{FF2B5EF4-FFF2-40B4-BE49-F238E27FC236}">
                <a16:creationId xmlns:a16="http://schemas.microsoft.com/office/drawing/2014/main" id="{18451D7B-10A6-4DC9-9E0D-1FF15F5D0A8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523"/>
            <a:ext cx="12192000" cy="2307771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0863C5-ECAE-448B-B305-7232F30FF7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s-ES" sz="6000">
                <a:effectLst/>
              </a:defRPr>
            </a:lvl1pPr>
          </a:lstStyle>
          <a:p>
            <a:r>
              <a:rPr lang="es-ES" sz="6000" dirty="0">
                <a:effectLst/>
                <a:latin typeface="DOCK11"/>
                <a:ea typeface="Lato"/>
                <a:cs typeface="Times New Roman" panose="02020603050405020304" pitchFamily="18" charset="0"/>
              </a:rPr>
              <a:t>TITULO</a:t>
            </a:r>
            <a:endParaRPr lang="es-ES" sz="1100" dirty="0">
              <a:effectLst/>
              <a:latin typeface="Lato"/>
              <a:ea typeface="Lato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94DE58-3E09-4545-B195-5E4D8EDC5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endParaRPr lang="es-ES" sz="2400" dirty="0">
              <a:effectLst/>
              <a:latin typeface="DOCK11"/>
              <a:cs typeface="Times New Roman" panose="02020603050405020304" pitchFamily="18" charset="0"/>
            </a:endParaRPr>
          </a:p>
          <a:p>
            <a:r>
              <a:rPr lang="es-ES" sz="2400" dirty="0">
                <a:effectLst/>
                <a:latin typeface="DOCK11"/>
                <a:cs typeface="Times New Roman" panose="02020603050405020304" pitchFamily="18" charset="0"/>
              </a:rPr>
              <a:t>SUBTITULO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53F96-45E0-4A6E-B78E-ADE3F064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0BAB81-479D-49E3-8108-C3169A28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A20FCC-1601-49E2-80F1-39C92004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C3DAA62-82B1-48D3-A4C9-F802050B3327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18" y="5898243"/>
            <a:ext cx="148653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0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competencia de atletismo, tabla&#10;&#10;Descripción generada automáticamente">
            <a:extLst>
              <a:ext uri="{FF2B5EF4-FFF2-40B4-BE49-F238E27FC236}">
                <a16:creationId xmlns:a16="http://schemas.microsoft.com/office/drawing/2014/main" id="{D67D4654-227D-479E-B949-5C09E36EE222}"/>
              </a:ext>
            </a:extLst>
          </p:cNvPr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58"/>
          <a:stretch/>
        </p:blipFill>
        <p:spPr bwMode="auto">
          <a:xfrm>
            <a:off x="0" y="4223658"/>
            <a:ext cx="12192000" cy="26343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2EAF726-C9C7-4C55-9C67-1748E8D074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lang="pt-PT" sz="3600" b="1" smtClean="0">
                <a:effectLst/>
                <a:latin typeface="DOCK11"/>
              </a:defRPr>
            </a:lvl1pPr>
          </a:lstStyle>
          <a:p>
            <a:r>
              <a:rPr lang="es-ES" dirty="0"/>
              <a:t>DOCK36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94A052-1DC2-438A-995B-81061E1327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lang="es-ES" sz="2400" smtClean="0">
                <a:effectLst/>
                <a:latin typeface="Lato"/>
              </a:defRPr>
            </a:lvl1pPr>
          </a:lstStyle>
          <a:p>
            <a:pPr lvl="0"/>
            <a:r>
              <a:rPr lang="es-ES" dirty="0"/>
              <a:t>LATO 24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C67DF-69EE-499B-83A9-56E644DD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166146-EBBC-4D1C-BADF-325124DF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A6723-4BA0-4037-97E2-D64A9940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080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18FE4-FC15-4555-9E3C-74BA1B7E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 algn="ctr">
              <a:defRPr sz="6000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899259-F87E-41EC-871C-EE8F0C90B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DOCK11"/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s-ES" dirty="0"/>
          </a:p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BA86F6-480B-4BED-AC32-8DB800CC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B23B8-76BC-443D-920A-A464D834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EFD7C5-8D73-4566-8F9C-817B6C75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988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FFA4F-76F4-45C0-A4DA-9C8129A6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2CC636-83A7-415A-B052-CE2EE661C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194" y="1167633"/>
            <a:ext cx="5181600" cy="435133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004D73-7846-422A-A570-0D727E3C0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167633"/>
            <a:ext cx="5181600" cy="435133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6B989-CA90-48E9-8B49-F2917522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07/05/2026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1F7662-92EC-4B50-B951-415B9BCF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3D2151-1308-4E20-BCEC-998EA455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0706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FA1F7-B9F7-423E-AA7C-1CEC37ED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63062"/>
            <a:ext cx="10515600" cy="882870"/>
          </a:xfrm>
        </p:spPr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649513-8DE1-45C9-A4B0-E145F624E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3515" y="1185864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DOCK11"/>
              </a:defRPr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7DFD52-4E95-47A7-8F83-7A8E826E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515" y="2009776"/>
            <a:ext cx="5157787" cy="368458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15B6C06-F2E9-4B8C-80C0-294ADB3C3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85864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DOCK11"/>
              </a:defRPr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F0116D-0565-49F8-BE17-9CDD4F16B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009776"/>
            <a:ext cx="5183188" cy="3684588"/>
          </a:xfrm>
        </p:spPr>
        <p:txBody>
          <a:bodyPr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B709D7-55DB-426A-BC59-639B6B37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07/05/2026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D772AE-B738-4FDA-99F9-EB540932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66CF13-A2D8-4739-AB9A-BDB42BE6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740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70AF2-1455-44F9-827F-77B0D2D0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414C56-AF2B-422E-A174-864ED3A3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07/05/2026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701903-257F-466B-904F-6E1FBDEA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F2EFC8-4EE9-456D-B5B7-65B06323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65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C6B3A1-132F-4CBE-AB56-0E114119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A6B70-5760-4274-8640-AD5AA877E060}" type="datetimeFigureOut">
              <a:rPr lang="es-ES" smtClean="0"/>
              <a:pPr/>
              <a:t>07/05/2026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AC04CD-3727-436A-8046-11E18313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187C4C-FE7C-4838-8326-1633E32B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7F46F1-CB7F-4846-8E1B-5A3E7F394AD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851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3DA77-D295-48DD-96F1-32E626E7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>
                <a:latin typeface="Lato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DD04D-3238-4690-A672-B598D38BA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>
                <a:latin typeface="Lato"/>
              </a:defRPr>
            </a:lvl1pPr>
            <a:lvl2pPr>
              <a:defRPr sz="2800">
                <a:latin typeface="Lato"/>
              </a:defRPr>
            </a:lvl2pPr>
            <a:lvl3pPr>
              <a:defRPr sz="2400">
                <a:latin typeface="Lato"/>
              </a:defRPr>
            </a:lvl3pPr>
            <a:lvl4pPr>
              <a:defRPr sz="2000">
                <a:latin typeface="Lato"/>
              </a:defRPr>
            </a:lvl4pPr>
            <a:lvl5pPr>
              <a:defRPr sz="2000">
                <a:latin typeface="Lato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C17926-A023-4463-90DA-68E87F923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Lato"/>
              </a:defRPr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A1A4CB-AF13-4F37-A065-FDFF5AB5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07/05/2026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640A82-35FE-4DF7-AAED-E06C1C1A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5412DE-030E-4B44-808E-6BFB7D3E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541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6DAE3-1F65-4FA8-953F-A350FBC2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>
                <a:latin typeface="Lato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C1B081-DD75-49AB-9BA3-9B85D4562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>
                <a:latin typeface="Lato"/>
              </a:defRPr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03EA14-6EB3-4080-98FF-3305E64B7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Lato"/>
              </a:defRPr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BF1406-0BE3-4751-BF0D-2B3358C7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07/05/2026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B82166-1DC6-457B-B87B-CD55539F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C6F2A5-DDAF-4B1F-A5F8-B2915ADE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952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395B3-ADE5-4C9C-BBDD-9223F066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8F10C7-EC3F-4BAB-B575-15E160ACB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F7E744-AC71-4365-8C6D-7D752BFE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641F08-F0BC-4AF3-9196-EAA35E4E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333837-4F4C-4CAF-A9D0-7442D602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590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257C68-02F7-427B-B376-3B2E79F1D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 b="1">
                <a:latin typeface="DOCK11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1412D-DC1F-49CC-B958-A4373E7CA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Lato"/>
              </a:defRPr>
            </a:lvl1pPr>
            <a:lvl2pPr>
              <a:defRPr>
                <a:latin typeface="Lato"/>
              </a:defRPr>
            </a:lvl2pPr>
            <a:lvl3pPr>
              <a:defRPr>
                <a:latin typeface="Lato"/>
              </a:defRPr>
            </a:lvl3pPr>
            <a:lvl4pPr>
              <a:defRPr>
                <a:latin typeface="Lato"/>
              </a:defRPr>
            </a:lvl4pPr>
            <a:lvl5pPr>
              <a:defRPr>
                <a:latin typeface="Lato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EDE30F-725F-4D36-93B4-E720F0DA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6B70-5760-4274-8640-AD5AA877E060}" type="datetimeFigureOut">
              <a:rPr lang="es-ES" smtClean="0"/>
              <a:t>07/05/2026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AD789F-3AC3-42F0-8ACE-182933AB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575C27-0127-4036-BA54-2DF9B8C4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0986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2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0" imgH="420" progId="TCLayout.ActiveDocument.1">
                  <p:embed/>
                </p:oleObj>
              </mc:Choice>
              <mc:Fallback>
                <p:oleObj name="Diapositiva de think-cell" r:id="rId3" imgW="420" imgH="420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2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523467" y="194528"/>
            <a:ext cx="8861538" cy="288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baseline="0" dirty="0">
                <a:solidFill>
                  <a:schemeClr val="tx1"/>
                </a:solidFill>
                <a:latin typeface="Century Gothic" panose="020B0502020202020204" pitchFamily="34" charset="0"/>
                <a:sym typeface="Century Gothic" panose="020B0502020202020204" pitchFamily="34" charset="0"/>
              </a:defRPr>
            </a:lvl1pPr>
          </a:lstStyle>
          <a:p>
            <a:pPr marL="0" lvl="0" indent="0"/>
            <a:r>
              <a:rPr lang="es-ES" noProof="0" dirty="0" err="1"/>
              <a:t>Title</a:t>
            </a:r>
            <a:r>
              <a:rPr lang="es-ES" noProof="0" dirty="0"/>
              <a:t> (Century Gothic 12)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523466" y="6505442"/>
            <a:ext cx="11076923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687034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GB" sz="800" b="0" kern="0" baseline="0">
                <a:latin typeface="Century Gothic" panose="020B0502020202020204" pitchFamily="34" charset="0"/>
                <a:sym typeface="Century Gothic" panose="020B0502020202020204" pitchFamily="34" charset="0"/>
              </a:defRPr>
            </a:lvl1pPr>
          </a:lstStyle>
          <a:p>
            <a:pPr marL="0" marR="0" lvl="0" indent="0" algn="l" defTabSz="687034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800" b="0" kern="0" dirty="0" err="1"/>
              <a:t>Footnotes</a:t>
            </a:r>
            <a:r>
              <a:rPr lang="es-ES" sz="800" b="0" kern="0" baseline="0" dirty="0"/>
              <a:t> (Century Gothic 8)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2" hasCustomPrompt="1"/>
          </p:nvPr>
        </p:nvSpPr>
        <p:spPr>
          <a:xfrm>
            <a:off x="523463" y="555819"/>
            <a:ext cx="11254155" cy="576000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pPr lvl="0"/>
            <a:r>
              <a:rPr lang="es-ES" dirty="0" err="1"/>
              <a:t>Headline</a:t>
            </a:r>
            <a:r>
              <a:rPr lang="es-ES" dirty="0"/>
              <a:t> (Century Gothic 16)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  <a:sym typeface="Century Gothic" panose="020B0502020202020204" pitchFamily="34" charset="0"/>
              </a:defRPr>
            </a:lvl1pPr>
          </a:lstStyle>
          <a:p>
            <a:fld id="{FAE46B2D-1331-4789-8ED2-C0BF7B5B3C52}" type="slidenum">
              <a:rPr lang="es-ES" smtClean="0">
                <a:solidFill>
                  <a:srgbClr val="000000"/>
                </a:solidFill>
              </a:rPr>
              <a:pPr/>
              <a:t>‹Nº›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478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70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BD0E4A-98A0-4C44-81DD-92D31342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63253"/>
            <a:ext cx="10515600" cy="888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3600" b="1" dirty="0">
                <a:effectLst/>
                <a:latin typeface="DOCK11"/>
              </a:rPr>
              <a:t>DOCK36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DB7A36-D2FA-40AE-B889-3D4D22E4D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1240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z="2800" dirty="0">
                <a:effectLst/>
                <a:latin typeface="Lato"/>
                <a:ea typeface="Lato"/>
                <a:cs typeface="Times New Roman" panose="02020603050405020304" pitchFamily="18" charset="0"/>
              </a:rPr>
              <a:t>PRIMER NIVEL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289EB-8F11-4D94-AEE7-929A9F4D1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A6B70-5760-4274-8640-AD5AA877E060}" type="datetimeFigureOut">
              <a:rPr lang="es-ES" smtClean="0"/>
              <a:t>07/05/2026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93AAB0-F770-4839-A73B-3183CD193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6A167A-F6CA-4079-BFB8-CB166CB70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F46F1-CB7F-4846-8E1B-5A3E7F394AD0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7" name="Imagen 6" descr="Imagen que contiene competencia de atletismo, tabla&#10;&#10;Descripción generada automáticamente">
            <a:extLst>
              <a:ext uri="{FF2B5EF4-FFF2-40B4-BE49-F238E27FC236}">
                <a16:creationId xmlns:a16="http://schemas.microsoft.com/office/drawing/2014/main" id="{75DE36DC-BDC2-4A73-B750-7D7693B4DF5B}"/>
              </a:ext>
            </a:extLst>
          </p:cNvPr>
          <p:cNvPicPr/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58"/>
          <a:stretch/>
        </p:blipFill>
        <p:spPr bwMode="auto">
          <a:xfrm>
            <a:off x="0" y="4223658"/>
            <a:ext cx="12192000" cy="26343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B09CF42-7C55-4727-B2C8-A00947051067}"/>
              </a:ext>
            </a:extLst>
          </p:cNvPr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18" y="136527"/>
            <a:ext cx="1486535" cy="371475"/>
          </a:xfrm>
          <a:prstGeom prst="rect">
            <a:avLst/>
          </a:prstGeom>
        </p:spPr>
      </p:pic>
      <p:sp>
        <p:nvSpPr>
          <p:cNvPr id="9" name="Line 45">
            <a:extLst>
              <a:ext uri="{FF2B5EF4-FFF2-40B4-BE49-F238E27FC236}">
                <a16:creationId xmlns:a16="http://schemas.microsoft.com/office/drawing/2014/main" id="{384AF3AE-8E63-4587-B617-68D41F22E4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27063" y="952007"/>
            <a:ext cx="7983538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tIns="91440" bIns="91440"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endParaRPr kumimoji="0" lang="es-MX" sz="1801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714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DOCK11"/>
          <a:ea typeface="+mj-ea"/>
          <a:cs typeface="+mj-cs"/>
        </a:defRPr>
      </a:lvl1pPr>
    </p:titleStyle>
    <p:bodyStyle>
      <a:lvl1pPr marL="228606" indent="-228606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/>
          <a:ea typeface="+mn-ea"/>
          <a:cs typeface="+mn-cs"/>
        </a:defRPr>
      </a:lvl2pPr>
      <a:lvl3pPr marL="1143028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/>
          <a:ea typeface="+mn-ea"/>
          <a:cs typeface="+mn-cs"/>
        </a:defRPr>
      </a:lvl3pPr>
      <a:lvl4pPr marL="1600240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ato"/>
          <a:ea typeface="+mn-ea"/>
          <a:cs typeface="+mn-cs"/>
        </a:defRPr>
      </a:lvl4pPr>
      <a:lvl5pPr marL="2057451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ato"/>
          <a:ea typeface="+mn-ea"/>
          <a:cs typeface="+mn-cs"/>
        </a:defRPr>
      </a:lvl5pPr>
      <a:lvl6pPr marL="2514664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9D7F-3994-441B-9A9E-C2BF3BFC4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3163"/>
            <a:ext cx="9144000" cy="2387600"/>
          </a:xfrm>
        </p:spPr>
        <p:txBody>
          <a:bodyPr/>
          <a:lstStyle/>
          <a:p>
            <a:r>
              <a:rPr lang="es-ES" dirty="0"/>
              <a:t>INTERHACK Barcelona 2026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A25BB09-1958-6FBF-53AA-AA25EAEFF9F0}"/>
              </a:ext>
            </a:extLst>
          </p:cNvPr>
          <p:cNvSpPr txBox="1">
            <a:spLocks/>
          </p:cNvSpPr>
          <p:nvPr/>
        </p:nvSpPr>
        <p:spPr>
          <a:xfrm>
            <a:off x="9716806" y="5409288"/>
            <a:ext cx="2862469" cy="45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22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11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2pPr>
            <a:lvl3pPr marL="914422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1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3pPr>
            <a:lvl4pPr marL="1371635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4pPr>
            <a:lvl5pPr marL="1828846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Lato"/>
                <a:ea typeface="+mn-ea"/>
                <a:cs typeface="+mn-cs"/>
              </a:defRPr>
            </a:lvl5pPr>
            <a:lvl6pPr marL="2286057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81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92" indent="0" algn="ctr" defTabSz="91442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09/10/2026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040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C06C-F4C7-DFE5-DC6F-B10FF1EB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EF72-715C-4751-0E3A-DD562F9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8" y="145585"/>
            <a:ext cx="10515600" cy="888754"/>
          </a:xfrm>
        </p:spPr>
        <p:txBody>
          <a:bodyPr>
            <a:normAutofit/>
          </a:bodyPr>
          <a:lstStyle/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Información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0682BB4-FD19-B9B6-B83D-64D5DC49F5B6}"/>
              </a:ext>
            </a:extLst>
          </p:cNvPr>
          <p:cNvSpPr txBox="1"/>
          <p:nvPr/>
        </p:nvSpPr>
        <p:spPr>
          <a:xfrm>
            <a:off x="88076" y="1191427"/>
            <a:ext cx="10995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/>
              <a:t>Solicitado</a:t>
            </a:r>
          </a:p>
          <a:p>
            <a:pPr marL="342900" lvl="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/>
              <a:t>Si se debe modificar un transporte siempre debe hacerse antes de Liquidarlo.</a:t>
            </a:r>
          </a:p>
          <a:p>
            <a:pPr marL="285756" indent="-285756">
              <a:buFont typeface="Arial" panose="020B0604020202020204" pitchFamily="34" charset="0"/>
              <a:buChar char="•"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8594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948" y="145585"/>
            <a:ext cx="10515600" cy="888754"/>
          </a:xfrm>
        </p:spPr>
        <p:txBody>
          <a:bodyPr>
            <a:normAutofit/>
          </a:bodyPr>
          <a:lstStyle/>
          <a:p>
            <a:pPr marL="34290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¿Qué es DR?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6A137A-28ED-85E7-63B5-C67EA0A3D905}"/>
              </a:ext>
            </a:extLst>
          </p:cNvPr>
          <p:cNvSpPr/>
          <p:nvPr/>
        </p:nvSpPr>
        <p:spPr>
          <a:xfrm>
            <a:off x="6818977" y="2287206"/>
            <a:ext cx="1516828" cy="55629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 91…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BADBBE-E41D-9552-4F54-1E61B4AC1725}"/>
              </a:ext>
            </a:extLst>
          </p:cNvPr>
          <p:cNvSpPr/>
          <p:nvPr/>
        </p:nvSpPr>
        <p:spPr>
          <a:xfrm>
            <a:off x="2829206" y="2287206"/>
            <a:ext cx="1516828" cy="55629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Ruta (DR…)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14DFCC-CD55-C9BE-D911-3C8F3F0905B5}"/>
              </a:ext>
            </a:extLst>
          </p:cNvPr>
          <p:cNvSpPr txBox="1"/>
          <p:nvPr/>
        </p:nvSpPr>
        <p:spPr>
          <a:xfrm>
            <a:off x="522129" y="1034339"/>
            <a:ext cx="8840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/>
              <a:t>Un conjunto de:</a:t>
            </a:r>
          </a:p>
          <a:p>
            <a:pPr marL="285756" indent="-285756">
              <a:buFont typeface="Arial" panose="020B0604020202020204" pitchFamily="34" charset="0"/>
              <a:buChar char="•"/>
            </a:pPr>
            <a:endParaRPr lang="es-ES" sz="24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99FA58-828E-43D7-01D2-FE6074F4A9FC}"/>
              </a:ext>
            </a:extLst>
          </p:cNvPr>
          <p:cNvSpPr/>
          <p:nvPr/>
        </p:nvSpPr>
        <p:spPr>
          <a:xfrm>
            <a:off x="4843596" y="2287206"/>
            <a:ext cx="1516828" cy="55629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Zonas (DD..)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1B3AC68-4A35-BC03-417E-780B1EBAB8F1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4346034" y="2565351"/>
            <a:ext cx="497562" cy="0"/>
          </a:xfrm>
          <a:prstGeom prst="straightConnector1">
            <a:avLst/>
          </a:prstGeom>
          <a:ln w="47625">
            <a:solidFill>
              <a:srgbClr val="F259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5C392F3-29F4-5DCB-BE6B-85C9F50EBBB5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>
          <a:xfrm>
            <a:off x="6360424" y="2565351"/>
            <a:ext cx="458553" cy="0"/>
          </a:xfrm>
          <a:prstGeom prst="straightConnector1">
            <a:avLst/>
          </a:prstGeom>
          <a:ln w="47625">
            <a:solidFill>
              <a:srgbClr val="F259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C857B38-1FB2-74BA-B515-AEDA9276E7D2}"/>
              </a:ext>
            </a:extLst>
          </p:cNvPr>
          <p:cNvSpPr/>
          <p:nvPr/>
        </p:nvSpPr>
        <p:spPr>
          <a:xfrm>
            <a:off x="2954181" y="1761508"/>
            <a:ext cx="1266878" cy="345140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Repartidor DR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9FFF28F-D823-CC0E-9314-43B69FFA66A9}"/>
              </a:ext>
            </a:extLst>
          </p:cNvPr>
          <p:cNvCxnSpPr>
            <a:cxnSpLocks/>
            <a:stCxn id="19" idx="2"/>
            <a:endCxn id="4" idx="0"/>
          </p:cNvCxnSpPr>
          <p:nvPr/>
        </p:nvCxnSpPr>
        <p:spPr>
          <a:xfrm>
            <a:off x="3587620" y="2106648"/>
            <a:ext cx="0" cy="180558"/>
          </a:xfrm>
          <a:prstGeom prst="straightConnector1">
            <a:avLst/>
          </a:prstGeom>
          <a:ln w="47625">
            <a:solidFill>
              <a:srgbClr val="F259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CE26556-EE1F-6420-91B7-B7D4B1372F29}"/>
              </a:ext>
            </a:extLst>
          </p:cNvPr>
          <p:cNvSpPr txBox="1"/>
          <p:nvPr/>
        </p:nvSpPr>
        <p:spPr>
          <a:xfrm>
            <a:off x="522129" y="3031566"/>
            <a:ext cx="1099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/>
              <a:t>¿Es necesario que todos los repartidores tengan DR?</a:t>
            </a:r>
          </a:p>
          <a:p>
            <a:pPr marL="285756" indent="-285756">
              <a:buFont typeface="Arial" panose="020B0604020202020204" pitchFamily="34" charset="0"/>
              <a:buChar char="•"/>
            </a:pPr>
            <a:endParaRPr lang="es-ES" sz="24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93993A8-11BB-67D1-A0EE-2D37E4B63A49}"/>
              </a:ext>
            </a:extLst>
          </p:cNvPr>
          <p:cNvSpPr txBox="1"/>
          <p:nvPr/>
        </p:nvSpPr>
        <p:spPr>
          <a:xfrm>
            <a:off x="327948" y="5717707"/>
            <a:ext cx="1099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ctr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/>
              <a:t>Si se debe modificar un transporte siempre debe hacerse antes de Liquidarlo.</a:t>
            </a:r>
          </a:p>
          <a:p>
            <a:pPr marL="285756" indent="-285756">
              <a:buFont typeface="Arial" panose="020B0604020202020204" pitchFamily="34" charset="0"/>
              <a:buChar char="•"/>
            </a:pPr>
            <a:endParaRPr lang="es-ES" sz="2400" dirty="0"/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252303DF-03FE-F9BB-6226-1CE540F65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28" y="3596279"/>
            <a:ext cx="10169009" cy="1932599"/>
          </a:xfrm>
          <a:prstGeom prst="rect">
            <a:avLst/>
          </a:prstGeom>
        </p:spPr>
      </p:pic>
      <p:sp>
        <p:nvSpPr>
          <p:cNvPr id="70" name="CuadroTexto 69">
            <a:extLst>
              <a:ext uri="{FF2B5EF4-FFF2-40B4-BE49-F238E27FC236}">
                <a16:creationId xmlns:a16="http://schemas.microsoft.com/office/drawing/2014/main" id="{CBAAFA68-A50D-F1EE-7D88-95C43FEDEBFF}"/>
              </a:ext>
            </a:extLst>
          </p:cNvPr>
          <p:cNvSpPr txBox="1"/>
          <p:nvPr/>
        </p:nvSpPr>
        <p:spPr>
          <a:xfrm>
            <a:off x="2648502" y="3311354"/>
            <a:ext cx="761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ctr">
              <a:buSzPts val="1000"/>
              <a:tabLst>
                <a:tab pos="457200" algn="l"/>
              </a:tabLst>
            </a:pPr>
            <a:r>
              <a:rPr lang="es-ES" sz="2400" dirty="0"/>
              <a:t>No</a:t>
            </a:r>
          </a:p>
          <a:p>
            <a:pPr marL="285756" indent="-285756">
              <a:buFont typeface="Arial" panose="020B0604020202020204" pitchFamily="34" charset="0"/>
              <a:buChar char="•"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6697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0" grpId="0"/>
      <p:bldP spid="11" grpId="0" animBg="1"/>
      <p:bldP spid="19" grpId="0" animBg="1"/>
      <p:bldP spid="56" grpId="0"/>
      <p:bldP spid="61" grpId="0"/>
      <p:bldP spid="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948" y="145585"/>
            <a:ext cx="10515600" cy="8887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3200" dirty="0"/>
              <a:t>Rutas DR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6A137A-28ED-85E7-63B5-C67EA0A3D905}"/>
              </a:ext>
            </a:extLst>
          </p:cNvPr>
          <p:cNvSpPr/>
          <p:nvPr/>
        </p:nvSpPr>
        <p:spPr>
          <a:xfrm>
            <a:off x="8192450" y="1593287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 91…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BADBBE-E41D-9552-4F54-1E61B4AC1725}"/>
              </a:ext>
            </a:extLst>
          </p:cNvPr>
          <p:cNvSpPr/>
          <p:nvPr/>
        </p:nvSpPr>
        <p:spPr>
          <a:xfrm>
            <a:off x="1217691" y="152795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Ruta (DR…)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22DDED-A313-4214-A222-F589659D3420}"/>
              </a:ext>
            </a:extLst>
          </p:cNvPr>
          <p:cNvSpPr/>
          <p:nvPr/>
        </p:nvSpPr>
        <p:spPr>
          <a:xfrm>
            <a:off x="8192450" y="2769819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 DD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F0B630-7EED-58F2-1B7A-EE30FDD5CA6E}"/>
              </a:ext>
            </a:extLst>
          </p:cNvPr>
          <p:cNvSpPr/>
          <p:nvPr/>
        </p:nvSpPr>
        <p:spPr>
          <a:xfrm>
            <a:off x="8192450" y="3839267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N.º  Prioridad VIAJE</a:t>
            </a:r>
          </a:p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E3B454-6D31-D9BA-2E46-10B5354009E2}"/>
              </a:ext>
            </a:extLst>
          </p:cNvPr>
          <p:cNvSpPr/>
          <p:nvPr/>
        </p:nvSpPr>
        <p:spPr>
          <a:xfrm>
            <a:off x="1217691" y="383688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Ruta (85..)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F29C06-1411-A2C1-5A5F-071D560FA8C0}"/>
              </a:ext>
            </a:extLst>
          </p:cNvPr>
          <p:cNvSpPr/>
          <p:nvPr/>
        </p:nvSpPr>
        <p:spPr>
          <a:xfrm>
            <a:off x="1217691" y="4934421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Tractor (V2..)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4C4353-D116-CF66-7CAD-DB2867A6ECF9}"/>
              </a:ext>
            </a:extLst>
          </p:cNvPr>
          <p:cNvSpPr/>
          <p:nvPr/>
        </p:nvSpPr>
        <p:spPr>
          <a:xfrm>
            <a:off x="8192450" y="4897375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Int (85)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99FA58-828E-43D7-01D2-FE6074F4A9FC}"/>
              </a:ext>
            </a:extLst>
          </p:cNvPr>
          <p:cNvSpPr/>
          <p:nvPr/>
        </p:nvSpPr>
        <p:spPr>
          <a:xfrm>
            <a:off x="1217691" y="2769819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 (DD..)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F73F93A-963B-6928-988D-CC3CC0F7DE9D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3364543" y="3125971"/>
            <a:ext cx="4827907" cy="0"/>
          </a:xfrm>
          <a:prstGeom prst="straightConnector1">
            <a:avLst/>
          </a:prstGeom>
          <a:ln w="44450">
            <a:solidFill>
              <a:srgbClr val="F259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45522B8-4739-3000-2ADF-BC36FE2A87E5}"/>
              </a:ext>
            </a:extLst>
          </p:cNvPr>
          <p:cNvSpPr/>
          <p:nvPr/>
        </p:nvSpPr>
        <p:spPr>
          <a:xfrm>
            <a:off x="785308" y="2517032"/>
            <a:ext cx="10058240" cy="1127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705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948" y="145585"/>
            <a:ext cx="10515600" cy="8887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3200" dirty="0"/>
              <a:t>Rutas DR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6A137A-28ED-85E7-63B5-C67EA0A3D905}"/>
              </a:ext>
            </a:extLst>
          </p:cNvPr>
          <p:cNvSpPr/>
          <p:nvPr/>
        </p:nvSpPr>
        <p:spPr>
          <a:xfrm>
            <a:off x="8221286" y="223630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 91…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BADBBE-E41D-9552-4F54-1E61B4AC1725}"/>
              </a:ext>
            </a:extLst>
          </p:cNvPr>
          <p:cNvSpPr/>
          <p:nvPr/>
        </p:nvSpPr>
        <p:spPr>
          <a:xfrm>
            <a:off x="1350501" y="223630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Ruta (DR…)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22DDED-A313-4214-A222-F589659D3420}"/>
              </a:ext>
            </a:extLst>
          </p:cNvPr>
          <p:cNvSpPr/>
          <p:nvPr/>
        </p:nvSpPr>
        <p:spPr>
          <a:xfrm>
            <a:off x="8192450" y="3427667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 DD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F0B630-7EED-58F2-1B7A-EE30FDD5CA6E}"/>
              </a:ext>
            </a:extLst>
          </p:cNvPr>
          <p:cNvSpPr/>
          <p:nvPr/>
        </p:nvSpPr>
        <p:spPr>
          <a:xfrm>
            <a:off x="8221286" y="4597098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N.º  Prioridad VIAJE</a:t>
            </a:r>
          </a:p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E3B454-6D31-D9BA-2E46-10B5354009E2}"/>
              </a:ext>
            </a:extLst>
          </p:cNvPr>
          <p:cNvSpPr/>
          <p:nvPr/>
        </p:nvSpPr>
        <p:spPr>
          <a:xfrm>
            <a:off x="1364919" y="3529117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Ruta (85..)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F29C06-1411-A2C1-5A5F-071D560FA8C0}"/>
              </a:ext>
            </a:extLst>
          </p:cNvPr>
          <p:cNvSpPr/>
          <p:nvPr/>
        </p:nvSpPr>
        <p:spPr>
          <a:xfrm>
            <a:off x="1217691" y="7739776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Tractor (V2..)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4C4353-D116-CF66-7CAD-DB2867A6ECF9}"/>
              </a:ext>
            </a:extLst>
          </p:cNvPr>
          <p:cNvSpPr/>
          <p:nvPr/>
        </p:nvSpPr>
        <p:spPr>
          <a:xfrm>
            <a:off x="8192450" y="770273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Int (85)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F73F93A-963B-6928-988D-CC3CC0F7DE9D}"/>
              </a:ext>
            </a:extLst>
          </p:cNvPr>
          <p:cNvCxnSpPr>
            <a:cxnSpLocks/>
          </p:cNvCxnSpPr>
          <p:nvPr/>
        </p:nvCxnSpPr>
        <p:spPr>
          <a:xfrm>
            <a:off x="5787614" y="1280160"/>
            <a:ext cx="0" cy="5007318"/>
          </a:xfrm>
          <a:prstGeom prst="straightConnector1">
            <a:avLst/>
          </a:prstGeom>
          <a:ln w="44450">
            <a:solidFill>
              <a:srgbClr val="F259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1A7063EB-0D4F-DBD8-BD0F-CECEA15C75BC}"/>
              </a:ext>
            </a:extLst>
          </p:cNvPr>
          <p:cNvSpPr txBox="1">
            <a:spLocks/>
          </p:cNvSpPr>
          <p:nvPr/>
        </p:nvSpPr>
        <p:spPr>
          <a:xfrm>
            <a:off x="1846569" y="1118022"/>
            <a:ext cx="2146852" cy="888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PT" sz="3600" b="1" kern="1200" smtClean="0">
                <a:solidFill>
                  <a:schemeClr val="tx1"/>
                </a:solidFill>
                <a:effectLst/>
                <a:latin typeface="DOCK11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3200" dirty="0"/>
              <a:t>Rutas DR</a:t>
            </a:r>
            <a:endParaRPr lang="es-E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BD0A49-AB0B-8361-AF2C-30189CDB216C}"/>
              </a:ext>
            </a:extLst>
          </p:cNvPr>
          <p:cNvSpPr txBox="1">
            <a:spLocks/>
          </p:cNvSpPr>
          <p:nvPr/>
        </p:nvSpPr>
        <p:spPr>
          <a:xfrm>
            <a:off x="8459316" y="1118022"/>
            <a:ext cx="1879986" cy="888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PT" sz="3600" b="1" kern="1200" smtClean="0">
                <a:solidFill>
                  <a:schemeClr val="tx1"/>
                </a:solidFill>
                <a:effectLst/>
                <a:latin typeface="DOCK11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3200" dirty="0"/>
              <a:t>Cliente</a:t>
            </a: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3A3133-0B76-42E3-D381-AD0DA0B8C25D}"/>
              </a:ext>
            </a:extLst>
          </p:cNvPr>
          <p:cNvSpPr/>
          <p:nvPr/>
        </p:nvSpPr>
        <p:spPr>
          <a:xfrm>
            <a:off x="1422206" y="4751616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Tractor (V2..)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C1C3730-4FBA-35AB-FBB4-4986641E445B}"/>
              </a:ext>
            </a:extLst>
          </p:cNvPr>
          <p:cNvSpPr/>
          <p:nvPr/>
        </p:nvSpPr>
        <p:spPr>
          <a:xfrm>
            <a:off x="8221286" y="5463920"/>
            <a:ext cx="2146852" cy="712304"/>
          </a:xfrm>
          <a:prstGeom prst="rect">
            <a:avLst/>
          </a:prstGeom>
          <a:gradFill>
            <a:gsLst>
              <a:gs pos="0">
                <a:srgbClr val="F2593A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Repartidor Int (85)</a:t>
            </a:r>
          </a:p>
        </p:txBody>
      </p:sp>
    </p:spTree>
    <p:extLst>
      <p:ext uri="{BB962C8B-B14F-4D97-AF65-F5344CB8AC3E}">
        <p14:creationId xmlns:p14="http://schemas.microsoft.com/office/powerpoint/2010/main" val="18154934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A108D8BA914D44F839C01AB815EAEDC" ma:contentTypeVersion="14" ma:contentTypeDescription="Crear nuevo documento." ma:contentTypeScope="" ma:versionID="c6877ff9960570d627f8f9d48db5f15c">
  <xsd:schema xmlns:xsd="http://www.w3.org/2001/XMLSchema" xmlns:xs="http://www.w3.org/2001/XMLSchema" xmlns:p="http://schemas.microsoft.com/office/2006/metadata/properties" xmlns:ns3="3551dd82-79f9-462a-b6b9-a72eeb57d629" xmlns:ns4="cdfa123b-dc90-4101-851a-a073cdb7a714" targetNamespace="http://schemas.microsoft.com/office/2006/metadata/properties" ma:root="true" ma:fieldsID="1d353a91e4d0952d8927bacd6e4ae1db" ns3:_="" ns4:_="">
    <xsd:import namespace="3551dd82-79f9-462a-b6b9-a72eeb57d629"/>
    <xsd:import namespace="cdfa123b-dc90-4101-851a-a073cdb7a7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1dd82-79f9-462a-b6b9-a72eeb57d6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a123b-dc90-4101-851a-a073cdb7a71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A0C5DD-2E86-4A04-923D-1948B9621A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51dd82-79f9-462a-b6b9-a72eeb57d629"/>
    <ds:schemaRef ds:uri="cdfa123b-dc90-4101-851a-a073cdb7a7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174351-D94F-4C87-881E-C0411654D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4E2DAC-F115-43B7-8A9E-B02740AA4C39}">
  <ds:schemaRefs>
    <ds:schemaRef ds:uri="http://purl.org/dc/terms/"/>
    <ds:schemaRef ds:uri="cdfa123b-dc90-4101-851a-a073cdb7a714"/>
    <ds:schemaRef ds:uri="http://schemas.microsoft.com/office/2006/documentManagement/types"/>
    <ds:schemaRef ds:uri="http://purl.org/dc/dcmitype/"/>
    <ds:schemaRef ds:uri="http://schemas.microsoft.com/office/infopath/2007/PartnerControls"/>
    <ds:schemaRef ds:uri="3551dd82-79f9-462a-b6b9-a72eeb57d629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a36eb73-ba70-4cb4-9943-b6fa324b3334}" enabled="0" method="" siteId="{4a36eb73-ba70-4cb4-9943-b6fa324b333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3399</TotalTime>
  <Words>153</Words>
  <Application>Microsoft Office PowerPoint</Application>
  <PresentationFormat>Panorámica</PresentationFormat>
  <Paragraphs>41</Paragraphs>
  <Slides>5</Slides>
  <Notes>5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Arial</vt:lpstr>
      <vt:lpstr>Calibri</vt:lpstr>
      <vt:lpstr>Century Gothic</vt:lpstr>
      <vt:lpstr>DOCK11</vt:lpstr>
      <vt:lpstr>Lato</vt:lpstr>
      <vt:lpstr>Symbol</vt:lpstr>
      <vt:lpstr>1_Tema de Office</vt:lpstr>
      <vt:lpstr>Diapositiva de think-cell</vt:lpstr>
      <vt:lpstr>INTERHACK Barcelona 2026</vt:lpstr>
      <vt:lpstr>Información</vt:lpstr>
      <vt:lpstr>¿Qué es DR?</vt:lpstr>
      <vt:lpstr>Rutas DR</vt:lpstr>
      <vt:lpstr>Rutas DR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Gonzalez Riesgo</dc:creator>
  <cp:lastModifiedBy>Daniel Garcia Plaza</cp:lastModifiedBy>
  <cp:revision>110</cp:revision>
  <dcterms:created xsi:type="dcterms:W3CDTF">2020-05-21T14:03:32Z</dcterms:created>
  <dcterms:modified xsi:type="dcterms:W3CDTF">2026-05-07T10:15:55Z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0x010100CA108D8BA914D44F839C01AB815EAEDC</vt:lpwstr>
  </property>
</Properties>
</file>